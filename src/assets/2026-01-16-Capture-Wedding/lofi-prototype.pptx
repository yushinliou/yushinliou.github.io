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831E9-4952-5925-33CA-11576D5D1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C4C02-E6B3-84E7-F892-190D7AF8D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79810-9C8D-9D58-FEC7-50BD2166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F67E-9C3A-D24C-BFF0-60C136A9C5E1}" type="datetimeFigureOut">
              <a:rPr lang="en-TW" smtClean="0"/>
              <a:t>2026/1/18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FFD51-31B1-6B7A-AB1E-33A36A01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923ED-6DC2-125E-3651-91BC48B9A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A2EA-24D1-A84D-A279-BCEF170A4DA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98575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18FA2-5793-ADAA-5799-DDC902F82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893D1-369B-7F4F-9059-4BBBA1D24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10A36-CFED-EA07-26F7-58CBF1D23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F67E-9C3A-D24C-BFF0-60C136A9C5E1}" type="datetimeFigureOut">
              <a:rPr lang="en-TW" smtClean="0"/>
              <a:t>2026/1/18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7FE1C-E8B9-5C5F-9ECA-9B4693B6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DCBB1-AAEF-DC4D-6DC8-3BEF568E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A2EA-24D1-A84D-A279-BCEF170A4DA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75048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0FF6B-5B22-CF39-7750-27BD49154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4F9A2-433C-F10A-B633-D7D0E8E84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C6AB6-95BC-3C38-79F5-ABEFB9B4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F67E-9C3A-D24C-BFF0-60C136A9C5E1}" type="datetimeFigureOut">
              <a:rPr lang="en-TW" smtClean="0"/>
              <a:t>2026/1/18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F8830-D374-7E4F-5804-9CE44BC66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B704-4D8E-6597-4967-0F1EBCD4E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A2EA-24D1-A84D-A279-BCEF170A4DA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0801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D3B5C-0BA0-2841-A6B1-387A51218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10EA9-4D7F-F306-CF90-968E3A5D8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8D9178-9CBD-4FEB-2881-683FFFFA0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F3D6C-1B6C-3C66-FE6F-F9D445D32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F67E-9C3A-D24C-BFF0-60C136A9C5E1}" type="datetimeFigureOut">
              <a:rPr lang="en-TW" smtClean="0"/>
              <a:t>2026/1/18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D6E63-C312-4A7B-4AFE-23544142E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71B0A-87C7-E6B4-E7EE-C7C7BE7E4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A2EA-24D1-A84D-A279-BCEF170A4DA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292682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5767B-29F9-6170-7A8E-26C12867D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8D996-A010-18F0-08FF-C8894EDD9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342DA4-1251-5390-4E09-88F630659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561F3D-1709-B704-81CD-D7CA8B41E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5EFD58-A09C-8E49-FD49-422952CF24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46C1D2-F978-4333-CA94-1853FF62B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F67E-9C3A-D24C-BFF0-60C136A9C5E1}" type="datetimeFigureOut">
              <a:rPr lang="en-TW" smtClean="0"/>
              <a:t>2026/1/18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232064-D52B-30D4-59DA-8985CFAD7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0447CB-99F1-CAB1-C086-0B3F763F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A2EA-24D1-A84D-A279-BCEF170A4DA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6700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4DD65-36D8-A491-F358-7793393F0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7B8DD-BBE5-CD64-CB59-3FEFBC42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F67E-9C3A-D24C-BFF0-60C136A9C5E1}" type="datetimeFigureOut">
              <a:rPr lang="en-TW" smtClean="0"/>
              <a:t>2026/1/18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478D4-1BF8-EF1F-99F2-6FE27B553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D8C91-0AB7-BE86-B8AE-B2D451BD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A2EA-24D1-A84D-A279-BCEF170A4DA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93165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F52282-C456-F5B2-8D74-28B4F735C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F67E-9C3A-D24C-BFF0-60C136A9C5E1}" type="datetimeFigureOut">
              <a:rPr lang="en-TW" smtClean="0"/>
              <a:t>2026/1/18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148EC6-31D6-B22C-5150-E418F9E15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C44FE-C0E8-B127-3244-C76158C1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A2EA-24D1-A84D-A279-BCEF170A4DA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13448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1A56-EF08-8FB3-FB36-FD7DA4010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AF010-BD67-36C5-D3C8-6C7FE1FC5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61CED-847A-2761-F659-999C49BB0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FA148-1004-1F58-BEFB-B1ACFF8DC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F67E-9C3A-D24C-BFF0-60C136A9C5E1}" type="datetimeFigureOut">
              <a:rPr lang="en-TW" smtClean="0"/>
              <a:t>2026/1/18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29A04-B7EA-333A-2FBB-774465DE2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E5FD5-5FEC-483B-3B1A-E31C94D7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A2EA-24D1-A84D-A279-BCEF170A4DA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15670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ADDA-F2D8-7EDA-B00B-8B0A62FBE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8442C4-8AE9-E2DC-6007-D45FAD47F2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6B4A2-5D58-1C8E-7276-1439D1B97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81DB7-31AD-DD8A-58A7-FB76D4F73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F67E-9C3A-D24C-BFF0-60C136A9C5E1}" type="datetimeFigureOut">
              <a:rPr lang="en-TW" smtClean="0"/>
              <a:t>2026/1/18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2D9E5-880C-24C4-BEAC-C3B4789F1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D5880-8AEB-ACE6-A247-CB713021C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A2EA-24D1-A84D-A279-BCEF170A4DA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52569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30661-CE34-06FD-FD06-0A7C7458B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02571-61AB-A872-B607-2E7EEEF38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85360-F0F6-AE11-B7AA-04D6A8CCE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F67E-9C3A-D24C-BFF0-60C136A9C5E1}" type="datetimeFigureOut">
              <a:rPr lang="en-TW" smtClean="0"/>
              <a:t>2026/1/18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46AFE-62C6-431B-A41A-85FFFF73C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14C44-34FD-365D-4FFD-B6479B35F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A2EA-24D1-A84D-A279-BCEF170A4DA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42580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8F5F49-FF51-C7B2-A0C8-8F9748D2B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6A5038-7629-BFB0-7D03-0F7A0FA79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E719B-CE1F-FE81-0DC6-239E273D0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F67E-9C3A-D24C-BFF0-60C136A9C5E1}" type="datetimeFigureOut">
              <a:rPr lang="en-TW" smtClean="0"/>
              <a:t>2026/1/18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616DA-9121-9973-BDD8-E6F25DD4C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3BF20-B8EC-885C-79E1-4325878E7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A2EA-24D1-A84D-A279-BCEF170A4DA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47246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FDBEEA-017A-461D-7CA1-3DFB5C6E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EA656-0627-A3FF-530F-BAE8C6787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8E289-B661-FDD0-7DCD-32A0F8EA04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AF67E-9C3A-D24C-BFF0-60C136A9C5E1}" type="datetimeFigureOut">
              <a:rPr lang="en-TW" smtClean="0"/>
              <a:t>2026/1/18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14569-88FB-DF13-B3A1-95F993408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93E26-2206-31DB-4740-0981BD8AB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39A2EA-24D1-A84D-A279-BCEF170A4DA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20251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A6B2EC-3878-E3AF-61B1-336B619F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803" y="1677676"/>
            <a:ext cx="5896232" cy="3898064"/>
          </a:xfrm>
          <a:prstGeom prst="rect">
            <a:avLst/>
          </a:prstGeom>
        </p:spPr>
      </p:pic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4BB880D2-76BC-2DF8-BFCE-D8C0BDCBF674}"/>
              </a:ext>
            </a:extLst>
          </p:cNvPr>
          <p:cNvCxnSpPr>
            <a:cxnSpLocks/>
            <a:endCxn id="11" idx="3"/>
          </p:cNvCxnSpPr>
          <p:nvPr/>
        </p:nvCxnSpPr>
        <p:spPr>
          <a:xfrm rot="16200000" flipV="1">
            <a:off x="3797753" y="1202833"/>
            <a:ext cx="881231" cy="296563"/>
          </a:xfrm>
          <a:prstGeom prst="bentConnector2">
            <a:avLst/>
          </a:prstGeom>
          <a:ln w="12700" cap="rnd">
            <a:solidFill>
              <a:schemeClr val="bg1">
                <a:lumMod val="50000"/>
              </a:schemeClr>
            </a:solidFill>
            <a:round/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7843AB2D-C546-4D73-E2F5-E281A00CF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70" y="571945"/>
            <a:ext cx="3509316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W" altLang="en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Nunito Sans" pitchFamily="2" charset="77"/>
              </a:rPr>
              <a:t>Timeline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W" altLang="en-TW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Nunito Sans" pitchFamily="2" charset="77"/>
              </a:rPr>
              <a:t>We chose a vertical curved timeline with rotating photo slideshows for each moment. This provides an intuitive overview while making individual moments visually distinct.</a:t>
            </a:r>
            <a:endParaRPr kumimoji="0" lang="en-TW" altLang="en-TW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B6C9EFA0-240F-437B-20D7-FA06AF1AF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81" y="2933827"/>
            <a:ext cx="2409565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Nunito Sans" pitchFamily="2" charset="77"/>
              </a:rPr>
              <a:t>No Comments, Just Saves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TW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Nunito Sans" pitchFamily="2" charset="77"/>
            </a:endParaRPr>
          </a:p>
          <a:p>
            <a:pPr lvl="0"/>
            <a:r>
              <a:rPr lang="en-US" altLang="en-TW" sz="1000" dirty="0">
                <a:ea typeface="Nunito Sans" pitchFamily="2" charset="77"/>
              </a:rPr>
              <a:t>We deliberately excluded commenting to differentiate from social media. Instead, users can privately “save” meaningful photos for later reflection.</a:t>
            </a:r>
            <a:endParaRPr lang="en-TW" altLang="en-TW" sz="1000" dirty="0"/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763188AF-8107-B75C-8B0D-E13CDAF9669B}"/>
              </a:ext>
            </a:extLst>
          </p:cNvPr>
          <p:cNvCxnSpPr>
            <a:cxnSpLocks/>
            <a:endCxn id="18" idx="2"/>
          </p:cNvCxnSpPr>
          <p:nvPr/>
        </p:nvCxnSpPr>
        <p:spPr>
          <a:xfrm rot="10800000">
            <a:off x="1896764" y="4226011"/>
            <a:ext cx="2409566" cy="151614"/>
          </a:xfrm>
          <a:prstGeom prst="bentConnector2">
            <a:avLst/>
          </a:prstGeom>
          <a:ln w="12700" cap="rnd">
            <a:solidFill>
              <a:schemeClr val="bg1">
                <a:lumMod val="50000"/>
              </a:schemeClr>
            </a:solidFill>
            <a:round/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1">
            <a:extLst>
              <a:ext uri="{FF2B5EF4-FFF2-40B4-BE49-F238E27FC236}">
                <a16:creationId xmlns:a16="http://schemas.microsoft.com/office/drawing/2014/main" id="{BFCA41DB-A847-2093-76A1-DEC7B4DF7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1597" y="5787128"/>
            <a:ext cx="2751438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Nunito Sans" pitchFamily="2" charset="77"/>
              </a:rPr>
              <a:t>Floating Add Button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TW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Nunito Sans" pitchFamily="2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TW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Nunito Sans" pitchFamily="2" charset="77"/>
              </a:rPr>
              <a:t>A single, prominent ”+” button encourages sharing while keeping the interface focused and simple.</a:t>
            </a:r>
            <a:endParaRPr kumimoji="0" lang="en-TW" altLang="en-TW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DAC5E73E-FBA7-1FAD-52BB-B6C94F6D0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70" y="1494797"/>
            <a:ext cx="2409565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Nunito Sans" pitchFamily="2" charset="77"/>
              </a:rPr>
              <a:t>Timestamp-Based Organization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TW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Nunito Sans" pitchFamily="2" charset="77"/>
              </a:rPr>
              <a:t>Photos are automatically grouped by timestamp to minimize ambiguity and reduce the effort required from users.</a:t>
            </a:r>
            <a:endParaRPr kumimoji="0" lang="en-TW" altLang="en-TW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932C122A-C349-9DCA-577E-06D2A1BEA412}"/>
              </a:ext>
            </a:extLst>
          </p:cNvPr>
          <p:cNvCxnSpPr>
            <a:cxnSpLocks/>
            <a:endCxn id="24" idx="0"/>
          </p:cNvCxnSpPr>
          <p:nvPr/>
        </p:nvCxnSpPr>
        <p:spPr>
          <a:xfrm rot="16200000" flipH="1">
            <a:off x="5850899" y="3660711"/>
            <a:ext cx="2141886" cy="2110948"/>
          </a:xfrm>
          <a:prstGeom prst="bentConnector3">
            <a:avLst>
              <a:gd name="adj1" fmla="val 50000"/>
            </a:avLst>
          </a:prstGeom>
          <a:ln w="12700" cap="rnd">
            <a:solidFill>
              <a:schemeClr val="bg1">
                <a:lumMod val="50000"/>
              </a:schemeClr>
            </a:solidFill>
            <a:round/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721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95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Nunito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 Shin Liou</dc:creator>
  <cp:lastModifiedBy>Yu Shin Liou</cp:lastModifiedBy>
  <cp:revision>1</cp:revision>
  <dcterms:created xsi:type="dcterms:W3CDTF">2026-01-18T11:32:43Z</dcterms:created>
  <dcterms:modified xsi:type="dcterms:W3CDTF">2026-01-18T11:52:53Z</dcterms:modified>
</cp:coreProperties>
</file>