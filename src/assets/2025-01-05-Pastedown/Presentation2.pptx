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08"/>
  </p:normalViewPr>
  <p:slideViewPr>
    <p:cSldViewPr snapToGrid="0">
      <p:cViewPr>
        <p:scale>
          <a:sx n="153" d="100"/>
          <a:sy n="153" d="100"/>
        </p:scale>
        <p:origin x="8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BE9C-F355-40BF-36D1-BE841A055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DE067-6031-F389-8504-3D7FC134D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6993A-B1A5-7B61-22C5-95CC761B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8D0A7-D7D3-61F5-B320-00449E82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6B7C1-63E3-F169-4CFC-3EADDBBB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0841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87CF-127C-E357-890A-7F7E2CCA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5FD1C-783F-9E81-091F-55232985E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1AAFC-BF91-0F80-42F7-F51B370C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1A74B-182F-CBBE-48C7-AC102BFA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D1452-F4BE-74DC-893D-7504CD63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3306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4BA9-176C-D9AF-1405-01D05DEB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4495C-7142-83EC-A762-AFF08D230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45B53-15E0-EA8E-E779-7D02260E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BD41C-7F33-53CD-3FE5-1F87761B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C4FC3-20DA-3828-CE9A-A3CD4C6F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7602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5B79-2DE0-A4AE-5A36-D1186C18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6713-0775-054D-D32C-977327318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8F2B4-32B9-F14B-2C48-CC66E7D3A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1EF19-7943-7C09-5A1F-05595AB8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5E5AC-65CE-604E-024A-1C124645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B0102-D59C-5FC1-CBC3-E3447DF4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95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F6C0-5F9E-5D0A-CD9F-03A076D4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889B6-60B3-E139-74D1-76606CAF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E27DC-5DB4-045A-2DC9-2DA26634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17FC1-3A9D-B942-12AB-2CFE4E8C1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758C3-8917-48F6-FAE9-0CE053DAB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36A44-724E-D6C8-8DDC-603DB610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4245D-F847-6A3C-69D3-C16A87FA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62B62-531D-6929-AAC3-04BC2F65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62622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B887-2186-5603-B4EA-C41D4588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76688-F266-A9B3-C383-4C244883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99116-4E39-65F3-E0F2-56A7E450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A06C3-D14B-683A-9E93-33E06FD8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2826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E70AE1-4FD8-BDEC-28A1-F579FD168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E1399-6E46-1472-A8F0-ADFDD22A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F32CC-EA8D-0872-2329-258CFFF4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7285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8A56-9444-4C47-6859-04950B5C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A1344-1DC3-23C7-8D1B-F38482153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2D22E-7AB5-5EFE-B0AD-21BB6C2E3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05FCC-3959-9298-72A1-37744D3E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131A2-C36B-6D57-A573-AB69C4D4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4F9F4-2018-DCB9-7060-DE999BB9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58203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94F0-49F1-C4CB-ACB6-186F06E2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4467BD-C98D-4042-77BD-760ABE00F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4CB0B-7D7A-F615-7484-3362462C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4921C-27D9-9FED-C7B5-77A8C600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42D9-3C82-FE68-A0A8-CD2C1F43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81EE7-6195-633C-2C68-C89314E9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164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7D48-398B-98A2-800A-318A01B3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60EA6-A934-F272-E619-F2F1DF96A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81C8-4E5C-EF2D-D593-B9E75C97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34EDB-F44D-235D-9CE3-B97A3BBF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80F80-E078-868C-BE54-09243572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9921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6DCF4-7F59-E6D1-757C-F3CAD7E4F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C784-F96D-F830-A6D9-E4A307CF6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D5D45-5967-BBBC-1A2B-8A391C807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998C3-4AEB-2C8E-C92E-C7E37EB6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09A89-A402-6594-EAAD-5D581D5C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9186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A2BCC-E57D-19DD-3204-9C1E8011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C5D65-F0C4-A92B-4E1B-E97776FAE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01360-E4F7-3D02-925F-45F42DA24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388C8-4DF8-254E-84AC-69AC64D8618A}" type="datetimeFigureOut">
              <a:rPr lang="en-TW" smtClean="0"/>
              <a:t>2026/1/6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6CA5F-3513-2269-45AB-81C66E84A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04292-F76B-20CB-56D0-F85897680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2134A-F718-D146-B5B9-950F15525C6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1013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AB1F77-EB98-768A-2704-B9B8FF7C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433" y="1086080"/>
            <a:ext cx="7772400" cy="543398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E84C1E-5584-CDD0-4CF7-C1FF2889217B}"/>
              </a:ext>
            </a:extLst>
          </p:cNvPr>
          <p:cNvSpPr/>
          <p:nvPr/>
        </p:nvSpPr>
        <p:spPr>
          <a:xfrm>
            <a:off x="3507970" y="894254"/>
            <a:ext cx="5951913" cy="4667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90811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89366D-3C6F-8FBC-A2ED-0D529F28B2B8}"/>
              </a:ext>
            </a:extLst>
          </p:cNvPr>
          <p:cNvSpPr/>
          <p:nvPr/>
        </p:nvSpPr>
        <p:spPr>
          <a:xfrm rot="19260246">
            <a:off x="3967943" y="1111019"/>
            <a:ext cx="2175165" cy="4667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90811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74A600-68DF-D144-AE11-BEBD72A3086E}"/>
              </a:ext>
            </a:extLst>
          </p:cNvPr>
          <p:cNvSpPr/>
          <p:nvPr/>
        </p:nvSpPr>
        <p:spPr>
          <a:xfrm rot="1800000">
            <a:off x="6855230" y="1296671"/>
            <a:ext cx="2175165" cy="4667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90811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502826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Shin Liou</dc:creator>
  <cp:lastModifiedBy>Yu Shin Liou</cp:lastModifiedBy>
  <cp:revision>1</cp:revision>
  <dcterms:created xsi:type="dcterms:W3CDTF">2026-01-06T22:20:30Z</dcterms:created>
  <dcterms:modified xsi:type="dcterms:W3CDTF">2026-01-07T17:32:43Z</dcterms:modified>
</cp:coreProperties>
</file>