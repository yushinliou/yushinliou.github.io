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7" r:id="rId11"/>
    <p:sldId id="268" r:id="rId12"/>
    <p:sldId id="264" r:id="rId13"/>
  </p:sldIdLst>
  <p:sldSz cx="12192000" cy="6858000"/>
  <p:notesSz cx="6858000" cy="9144000"/>
  <p:defaultTextStyle>
    <a:defPPr>
      <a:defRPr lang="en-TW"/>
    </a:defPPr>
    <a:lvl1pPr marL="0" algn="l" defTabSz="91405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26" algn="l" defTabSz="91405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052" algn="l" defTabSz="91405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078" algn="l" defTabSz="91405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097" algn="l" defTabSz="91405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123" algn="l" defTabSz="91405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149" algn="l" defTabSz="91405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175" algn="l" defTabSz="91405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202" algn="l" defTabSz="91405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  <a:srgbClr val="C6FF68"/>
    <a:srgbClr val="00FA00"/>
    <a:srgbClr val="FFEBEB"/>
    <a:srgbClr val="B2FFFA"/>
    <a:srgbClr val="FFEEA9"/>
    <a:srgbClr val="7A81FF"/>
    <a:srgbClr val="FFFC00"/>
    <a:srgbClr val="E8E8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13"/>
    <p:restoredTop sz="94647"/>
  </p:normalViewPr>
  <p:slideViewPr>
    <p:cSldViewPr snapToGrid="0">
      <p:cViewPr>
        <p:scale>
          <a:sx n="93" d="100"/>
          <a:sy n="93" d="100"/>
        </p:scale>
        <p:origin x="1936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6E3F5-DCD3-119F-9450-C4DC78C02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5" y="1122362"/>
            <a:ext cx="9143998" cy="2387600"/>
          </a:xfrm>
        </p:spPr>
        <p:txBody>
          <a:bodyPr anchor="b"/>
          <a:lstStyle>
            <a:lvl1pPr algn="ctr">
              <a:defRPr sz="6003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F5BB01-35C9-D978-5B8D-BACAFFF649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5" y="3602044"/>
            <a:ext cx="9143998" cy="1655761"/>
          </a:xfrm>
        </p:spPr>
        <p:txBody>
          <a:bodyPr/>
          <a:lstStyle>
            <a:lvl1pPr marL="0" indent="0" algn="ctr">
              <a:buNone/>
              <a:defRPr sz="2396"/>
            </a:lvl1pPr>
            <a:lvl2pPr marL="457203" indent="0" algn="ctr">
              <a:buNone/>
              <a:defRPr sz="1998"/>
            </a:lvl2pPr>
            <a:lvl3pPr marL="914414" indent="0" algn="ctr">
              <a:buNone/>
              <a:defRPr sz="1804"/>
            </a:lvl3pPr>
            <a:lvl4pPr marL="1371616" indent="0" algn="ctr">
              <a:buNone/>
              <a:defRPr sz="1600"/>
            </a:lvl4pPr>
            <a:lvl5pPr marL="1828819" indent="0" algn="ctr">
              <a:buNone/>
              <a:defRPr sz="1600"/>
            </a:lvl5pPr>
            <a:lvl6pPr marL="2286030" indent="0" algn="ctr">
              <a:buNone/>
              <a:defRPr sz="1600"/>
            </a:lvl6pPr>
            <a:lvl7pPr marL="2743233" indent="0" algn="ctr">
              <a:buNone/>
              <a:defRPr sz="1600"/>
            </a:lvl7pPr>
            <a:lvl8pPr marL="3200436" indent="0" algn="ctr">
              <a:buNone/>
              <a:defRPr sz="1600"/>
            </a:lvl8pPr>
            <a:lvl9pPr marL="365764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9C47B-196C-6997-8B68-A454585CD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13CD-9D25-6849-859C-80F0CB739D78}" type="datetimeFigureOut">
              <a:rPr lang="en-TW" smtClean="0"/>
              <a:t>2025/12/13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75793-D4C9-EB2F-A019-3B858FBD3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08D9E-60B2-6E6C-13DB-85A0031E5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6AB2F-A648-F04F-B43E-363BDCDE379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291223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8FC59-210B-B1E4-05C3-D68C0FDC9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E8ECD-CB8A-9067-FCB4-A2343192A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C0387-E314-1901-3CF2-59DDD400D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13CD-9D25-6849-859C-80F0CB739D78}" type="datetimeFigureOut">
              <a:rPr lang="en-TW" smtClean="0"/>
              <a:t>2025/12/13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67606-679B-6762-3ACC-C1CB45835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09EF1-78D3-7438-2BF4-E4B6B1FD1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6AB2F-A648-F04F-B43E-363BDCDE379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650797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129B9-41B3-C3CD-AB08-8D9880B71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36"/>
            <a:ext cx="10515601" cy="2852737"/>
          </a:xfrm>
        </p:spPr>
        <p:txBody>
          <a:bodyPr anchor="b"/>
          <a:lstStyle>
            <a:lvl1pPr>
              <a:defRPr sz="6003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65D2B-0699-C559-2EA0-33C871EE6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3"/>
            <a:ext cx="10515601" cy="1500190"/>
          </a:xfrm>
        </p:spPr>
        <p:txBody>
          <a:bodyPr/>
          <a:lstStyle>
            <a:lvl1pPr marL="0" indent="0">
              <a:buNone/>
              <a:defRPr sz="2396">
                <a:solidFill>
                  <a:schemeClr val="tx1">
                    <a:tint val="82000"/>
                  </a:schemeClr>
                </a:solidFill>
              </a:defRPr>
            </a:lvl1pPr>
            <a:lvl2pPr marL="457203" indent="0">
              <a:buNone/>
              <a:defRPr sz="1998">
                <a:solidFill>
                  <a:schemeClr val="tx1">
                    <a:tint val="82000"/>
                  </a:schemeClr>
                </a:solidFill>
              </a:defRPr>
            </a:lvl2pPr>
            <a:lvl3pPr marL="914414" indent="0">
              <a:buNone/>
              <a:defRPr sz="1804">
                <a:solidFill>
                  <a:schemeClr val="tx1">
                    <a:tint val="82000"/>
                  </a:schemeClr>
                </a:solidFill>
              </a:defRPr>
            </a:lvl3pPr>
            <a:lvl4pPr marL="137161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1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3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3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3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4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B5C41-3D2B-E74F-A2F2-7D3159DC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13CD-9D25-6849-859C-80F0CB739D78}" type="datetimeFigureOut">
              <a:rPr lang="en-TW" smtClean="0"/>
              <a:t>2025/12/13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DB770-477A-628F-112E-97E411E18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9BD76-8F24-67F9-390C-ED825BA83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6AB2F-A648-F04F-B43E-363BDCDE379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981432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DEE21-6843-CF03-2022-69AE330B1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46E12-B48B-6A6C-0F5E-00458A1F0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5" y="1825629"/>
            <a:ext cx="5181602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9672A-4EB7-484F-E3CE-4081A4AA6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3" y="1825629"/>
            <a:ext cx="5181602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33292-41C3-4B7F-E8C4-057F1E05D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13CD-9D25-6849-859C-80F0CB739D78}" type="datetimeFigureOut">
              <a:rPr lang="en-TW" smtClean="0"/>
              <a:t>2025/12/13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8D442-A260-B832-FA44-F6694A42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E76A2C-0BF2-E8D6-72C1-3D08C7412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6AB2F-A648-F04F-B43E-363BDCDE379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196964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4C4FA-307C-4E97-8B97-2AA34612E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65132"/>
            <a:ext cx="10515601" cy="13255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E72D8-4C1B-D337-13D5-352C13F95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0"/>
            <a:ext cx="5157783" cy="823913"/>
          </a:xfrm>
        </p:spPr>
        <p:txBody>
          <a:bodyPr anchor="b"/>
          <a:lstStyle>
            <a:lvl1pPr marL="0" indent="0">
              <a:buNone/>
              <a:defRPr sz="2396" b="1"/>
            </a:lvl1pPr>
            <a:lvl2pPr marL="457203" indent="0">
              <a:buNone/>
              <a:defRPr sz="1998" b="1"/>
            </a:lvl2pPr>
            <a:lvl3pPr marL="914414" indent="0">
              <a:buNone/>
              <a:defRPr sz="1804" b="1"/>
            </a:lvl3pPr>
            <a:lvl4pPr marL="1371616" indent="0">
              <a:buNone/>
              <a:defRPr sz="1600" b="1"/>
            </a:lvl4pPr>
            <a:lvl5pPr marL="1828819" indent="0">
              <a:buNone/>
              <a:defRPr sz="1600" b="1"/>
            </a:lvl5pPr>
            <a:lvl6pPr marL="2286030" indent="0">
              <a:buNone/>
              <a:defRPr sz="1600" b="1"/>
            </a:lvl6pPr>
            <a:lvl7pPr marL="2743233" indent="0">
              <a:buNone/>
              <a:defRPr sz="1600" b="1"/>
            </a:lvl7pPr>
            <a:lvl8pPr marL="3200436" indent="0">
              <a:buNone/>
              <a:defRPr sz="1600" b="1"/>
            </a:lvl8pPr>
            <a:lvl9pPr marL="365764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CE459-A4FB-0BDB-4FD3-E83AD5159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82"/>
            <a:ext cx="5157783" cy="36845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9E64D3-8495-8273-A107-DF439AD30C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7" y="1681160"/>
            <a:ext cx="5183185" cy="823913"/>
          </a:xfrm>
        </p:spPr>
        <p:txBody>
          <a:bodyPr anchor="b"/>
          <a:lstStyle>
            <a:lvl1pPr marL="0" indent="0">
              <a:buNone/>
              <a:defRPr sz="2396" b="1"/>
            </a:lvl1pPr>
            <a:lvl2pPr marL="457203" indent="0">
              <a:buNone/>
              <a:defRPr sz="1998" b="1"/>
            </a:lvl2pPr>
            <a:lvl3pPr marL="914414" indent="0">
              <a:buNone/>
              <a:defRPr sz="1804" b="1"/>
            </a:lvl3pPr>
            <a:lvl4pPr marL="1371616" indent="0">
              <a:buNone/>
              <a:defRPr sz="1600" b="1"/>
            </a:lvl4pPr>
            <a:lvl5pPr marL="1828819" indent="0">
              <a:buNone/>
              <a:defRPr sz="1600" b="1"/>
            </a:lvl5pPr>
            <a:lvl6pPr marL="2286030" indent="0">
              <a:buNone/>
              <a:defRPr sz="1600" b="1"/>
            </a:lvl6pPr>
            <a:lvl7pPr marL="2743233" indent="0">
              <a:buNone/>
              <a:defRPr sz="1600" b="1"/>
            </a:lvl7pPr>
            <a:lvl8pPr marL="3200436" indent="0">
              <a:buNone/>
              <a:defRPr sz="1600" b="1"/>
            </a:lvl8pPr>
            <a:lvl9pPr marL="365764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19E1D-AF00-795C-122B-CCAE8B928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7" y="2505082"/>
            <a:ext cx="5183185" cy="36845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17B93D-03E2-AA01-D41D-DFC5637B2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13CD-9D25-6849-859C-80F0CB739D78}" type="datetimeFigureOut">
              <a:rPr lang="en-TW" smtClean="0"/>
              <a:t>2025/12/13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544722-A6B5-0545-A5D6-CFC5EF7D9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36E895-5E55-1E63-FC76-17053759B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6AB2F-A648-F04F-B43E-363BDCDE379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878225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99F2B-3562-1A2A-2A42-1EC2C413E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D0897A-ACA1-484E-464D-B6D7EC61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13CD-9D25-6849-859C-80F0CB739D78}" type="datetimeFigureOut">
              <a:rPr lang="en-TW" smtClean="0"/>
              <a:t>2025/12/13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2F51F7-1567-194C-8F97-550089B35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CE0475-9F2E-6AEE-ED7C-255E4ED55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6AB2F-A648-F04F-B43E-363BDCDE379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42686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E17D22-9218-6D23-5CD0-283C04398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13CD-9D25-6849-859C-80F0CB739D78}" type="datetimeFigureOut">
              <a:rPr lang="en-TW" smtClean="0"/>
              <a:t>2025/12/13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A89BC9-0703-363F-8470-414658384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F3B65-A88F-FF14-598F-806FE052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6AB2F-A648-F04F-B43E-363BDCDE379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82123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C147A-26FE-983D-6ABB-0155E646B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5"/>
            <a:ext cx="3932235" cy="1600198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4B9C4-FCB8-00A7-FB7B-124373EFB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0" y="987428"/>
            <a:ext cx="6172203" cy="4873627"/>
          </a:xfrm>
        </p:spPr>
        <p:txBody>
          <a:bodyPr/>
          <a:lstStyle>
            <a:lvl1pPr>
              <a:defRPr sz="3201"/>
            </a:lvl1pPr>
            <a:lvl2pPr>
              <a:defRPr sz="2803"/>
            </a:lvl2pPr>
            <a:lvl3pPr>
              <a:defRPr sz="2396"/>
            </a:lvl3pPr>
            <a:lvl4pPr>
              <a:defRPr sz="1998"/>
            </a:lvl4pPr>
            <a:lvl5pPr>
              <a:defRPr sz="1998"/>
            </a:lvl5pPr>
            <a:lvl6pPr>
              <a:defRPr sz="1998"/>
            </a:lvl6pPr>
            <a:lvl7pPr>
              <a:defRPr sz="1998"/>
            </a:lvl7pPr>
            <a:lvl8pPr>
              <a:defRPr sz="1998"/>
            </a:lvl8pPr>
            <a:lvl9pPr>
              <a:defRPr sz="19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CFEB52-8BD1-5CC1-91EE-C4D62B325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5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3" indent="0">
              <a:buNone/>
              <a:defRPr sz="1397"/>
            </a:lvl2pPr>
            <a:lvl3pPr marL="914414" indent="0">
              <a:buNone/>
              <a:defRPr sz="1202"/>
            </a:lvl3pPr>
            <a:lvl4pPr marL="1371616" indent="0">
              <a:buNone/>
              <a:defRPr sz="999"/>
            </a:lvl4pPr>
            <a:lvl5pPr marL="1828819" indent="0">
              <a:buNone/>
              <a:defRPr sz="999"/>
            </a:lvl5pPr>
            <a:lvl6pPr marL="2286030" indent="0">
              <a:buNone/>
              <a:defRPr sz="999"/>
            </a:lvl6pPr>
            <a:lvl7pPr marL="2743233" indent="0">
              <a:buNone/>
              <a:defRPr sz="999"/>
            </a:lvl7pPr>
            <a:lvl8pPr marL="3200436" indent="0">
              <a:buNone/>
              <a:defRPr sz="999"/>
            </a:lvl8pPr>
            <a:lvl9pPr marL="3657647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7789E-A8B2-B351-2184-16BA4C90D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13CD-9D25-6849-859C-80F0CB739D78}" type="datetimeFigureOut">
              <a:rPr lang="en-TW" smtClean="0"/>
              <a:t>2025/12/13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13334-D873-709D-4B60-570B2B3BE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3A211-7999-3B7A-0FF8-760DC3B6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6AB2F-A648-F04F-B43E-363BDCDE379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642348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507E1-4360-D435-8223-D2F48975A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5"/>
            <a:ext cx="3932235" cy="1600198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35CF18-55D1-CB98-569D-B16DACFA4E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28"/>
            <a:ext cx="6172203" cy="4873627"/>
          </a:xfrm>
        </p:spPr>
        <p:txBody>
          <a:bodyPr/>
          <a:lstStyle>
            <a:lvl1pPr marL="0" indent="0">
              <a:buNone/>
              <a:defRPr sz="3201"/>
            </a:lvl1pPr>
            <a:lvl2pPr marL="457203" indent="0">
              <a:buNone/>
              <a:defRPr sz="2803"/>
            </a:lvl2pPr>
            <a:lvl3pPr marL="914414" indent="0">
              <a:buNone/>
              <a:defRPr sz="2396"/>
            </a:lvl3pPr>
            <a:lvl4pPr marL="1371616" indent="0">
              <a:buNone/>
              <a:defRPr sz="1998"/>
            </a:lvl4pPr>
            <a:lvl5pPr marL="1828819" indent="0">
              <a:buNone/>
              <a:defRPr sz="1998"/>
            </a:lvl5pPr>
            <a:lvl6pPr marL="2286030" indent="0">
              <a:buNone/>
              <a:defRPr sz="1998"/>
            </a:lvl6pPr>
            <a:lvl7pPr marL="2743233" indent="0">
              <a:buNone/>
              <a:defRPr sz="1998"/>
            </a:lvl7pPr>
            <a:lvl8pPr marL="3200436" indent="0">
              <a:buNone/>
              <a:defRPr sz="1998"/>
            </a:lvl8pPr>
            <a:lvl9pPr marL="3657647" indent="0">
              <a:buNone/>
              <a:defRPr sz="1998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09B0E0-FE6E-BEBE-5DC3-E94CB7E88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5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3" indent="0">
              <a:buNone/>
              <a:defRPr sz="1397"/>
            </a:lvl2pPr>
            <a:lvl3pPr marL="914414" indent="0">
              <a:buNone/>
              <a:defRPr sz="1202"/>
            </a:lvl3pPr>
            <a:lvl4pPr marL="1371616" indent="0">
              <a:buNone/>
              <a:defRPr sz="999"/>
            </a:lvl4pPr>
            <a:lvl5pPr marL="1828819" indent="0">
              <a:buNone/>
              <a:defRPr sz="999"/>
            </a:lvl5pPr>
            <a:lvl6pPr marL="2286030" indent="0">
              <a:buNone/>
              <a:defRPr sz="999"/>
            </a:lvl6pPr>
            <a:lvl7pPr marL="2743233" indent="0">
              <a:buNone/>
              <a:defRPr sz="999"/>
            </a:lvl7pPr>
            <a:lvl8pPr marL="3200436" indent="0">
              <a:buNone/>
              <a:defRPr sz="999"/>
            </a:lvl8pPr>
            <a:lvl9pPr marL="3657647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CC86E-30EA-A7B8-4E65-7940305A1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13CD-9D25-6849-859C-80F0CB739D78}" type="datetimeFigureOut">
              <a:rPr lang="en-TW" smtClean="0"/>
              <a:t>2025/12/13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2ACDD-3992-8F3B-E8AB-CB89358FF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AFB6F-FFC2-CFBA-944C-DD215B02D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6AB2F-A648-F04F-B43E-363BDCDE379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92649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502E7-7936-8AE6-AD6D-2C324BBC6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4FE5CD-6F20-45B1-E464-4409CC5A3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A38CA-35A8-F10B-1685-39DCC864A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13CD-9D25-6849-859C-80F0CB739D78}" type="datetimeFigureOut">
              <a:rPr lang="en-TW" smtClean="0"/>
              <a:t>2025/12/13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25AFC-C3D2-5C20-0146-97D9C5572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11E34-BACA-09D9-6765-C41D4E2BB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6AB2F-A648-F04F-B43E-363BDCDE379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309259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A4FF0E-B91F-202F-6C1E-A9FFEAE61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9"/>
            <a:ext cx="2628896" cy="58118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0B67B3-E9A3-D16E-0072-17F6A5B84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8" y="365129"/>
            <a:ext cx="7734299" cy="581183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B0718-F0B3-059C-5504-242BC021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F13CD-9D25-6849-859C-80F0CB739D78}" type="datetimeFigureOut">
              <a:rPr lang="en-TW" smtClean="0"/>
              <a:t>2025/12/13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7FDEC-04AC-A00F-23E4-308BA8920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6F3D-B0E3-FDF6-DD49-33DD81BF6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6AB2F-A648-F04F-B43E-363BDCDE379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983845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1F84C8-CA6B-715F-CF05-80FDA6DF1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32"/>
            <a:ext cx="10515601" cy="1325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775A2-4ECE-B908-0B25-4D6AED442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9"/>
            <a:ext cx="10515601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D5191-B5A7-5886-3441-8A3AF2F56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8" y="6356356"/>
            <a:ext cx="2743199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F13CD-9D25-6849-859C-80F0CB739D78}" type="datetimeFigureOut">
              <a:rPr lang="en-TW" smtClean="0"/>
              <a:t>2025/12/13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5E2D5-9410-B307-9388-846561EB5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3" y="6356356"/>
            <a:ext cx="4114802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91739-9DCA-95D2-47E0-7E524B99B7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2" y="6356356"/>
            <a:ext cx="2743199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D6AB2F-A648-F04F-B43E-363BDCDE379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37124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4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14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803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6" algn="l" defTabSz="91441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6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1" indent="-228606" algn="l" defTabSz="91441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2" indent="-228606" algn="l" defTabSz="91441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4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5" indent="-228606" algn="l" defTabSz="91441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4" kern="1200">
          <a:solidFill>
            <a:schemeClr val="tx1"/>
          </a:solidFill>
          <a:latin typeface="+mn-lt"/>
          <a:ea typeface="+mn-ea"/>
          <a:cs typeface="+mn-cs"/>
        </a:defRPr>
      </a:lvl5pPr>
      <a:lvl6pPr marL="2514627" indent="-228606" algn="l" defTabSz="91441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4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6" algn="l" defTabSz="91441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4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1" indent="-228606" algn="l" defTabSz="91441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4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4" indent="-228606" algn="l" defTabSz="91441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14" rtl="0" eaLnBrk="1" latinLnBrk="0" hangingPunct="1">
        <a:defRPr sz="1804" kern="12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14" rtl="0" eaLnBrk="1" latinLnBrk="0" hangingPunct="1">
        <a:defRPr sz="1804" kern="1200">
          <a:solidFill>
            <a:schemeClr val="tx1"/>
          </a:solidFill>
          <a:latin typeface="+mn-lt"/>
          <a:ea typeface="+mn-ea"/>
          <a:cs typeface="+mn-cs"/>
        </a:defRPr>
      </a:lvl2pPr>
      <a:lvl3pPr marL="914414" algn="l" defTabSz="914414" rtl="0" eaLnBrk="1" latinLnBrk="0" hangingPunct="1">
        <a:defRPr sz="1804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6" algn="l" defTabSz="914414" rtl="0" eaLnBrk="1" latinLnBrk="0" hangingPunct="1">
        <a:defRPr sz="1804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9" algn="l" defTabSz="914414" rtl="0" eaLnBrk="1" latinLnBrk="0" hangingPunct="1">
        <a:defRPr sz="1804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0" algn="l" defTabSz="914414" rtl="0" eaLnBrk="1" latinLnBrk="0" hangingPunct="1">
        <a:defRPr sz="1804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3" algn="l" defTabSz="914414" rtl="0" eaLnBrk="1" latinLnBrk="0" hangingPunct="1">
        <a:defRPr sz="1804" kern="1200">
          <a:solidFill>
            <a:schemeClr val="tx1"/>
          </a:solidFill>
          <a:latin typeface="+mn-lt"/>
          <a:ea typeface="+mn-ea"/>
          <a:cs typeface="+mn-cs"/>
        </a:defRPr>
      </a:lvl7pPr>
      <a:lvl8pPr marL="3200436" algn="l" defTabSz="914414" rtl="0" eaLnBrk="1" latinLnBrk="0" hangingPunct="1">
        <a:defRPr sz="1804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7" algn="l" defTabSz="914414" rtl="0" eaLnBrk="1" latinLnBrk="0" hangingPunct="1">
        <a:defRPr sz="18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microsoft.com/office/2007/relationships/hdphoto" Target="../media/hdphoto2.wdp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5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microsoft.com/office/2007/relationships/hdphoto" Target="../media/hdphoto3.wdp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image" Target="../media/image30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31.jpe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microsoft.com/office/2007/relationships/hdphoto" Target="../media/hdphoto4.wdp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5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3.png"/><Relationship Id="rId7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5.png"/><Relationship Id="rId7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32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75000F8-F85E-EA27-8941-C2F425CD933D}"/>
              </a:ext>
            </a:extLst>
          </p:cNvPr>
          <p:cNvGrpSpPr/>
          <p:nvPr/>
        </p:nvGrpSpPr>
        <p:grpSpPr>
          <a:xfrm>
            <a:off x="556468" y="1162003"/>
            <a:ext cx="4955099" cy="2857214"/>
            <a:chOff x="556471" y="1162005"/>
            <a:chExt cx="4955095" cy="285721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A12BF31-BA9A-A322-CFAF-1CE73B472837}"/>
                </a:ext>
              </a:extLst>
            </p:cNvPr>
            <p:cNvSpPr/>
            <p:nvPr/>
          </p:nvSpPr>
          <p:spPr>
            <a:xfrm>
              <a:off x="771787" y="1162005"/>
              <a:ext cx="4739779" cy="2654479"/>
            </a:xfrm>
            <a:prstGeom prst="rect">
              <a:avLst/>
            </a:prstGeom>
            <a:solidFill>
              <a:srgbClr val="D6DF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 sz="847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5F544B0-74DA-D401-C091-26AF0583FC39}"/>
                </a:ext>
              </a:extLst>
            </p:cNvPr>
            <p:cNvSpPr/>
            <p:nvPr/>
          </p:nvSpPr>
          <p:spPr>
            <a:xfrm>
              <a:off x="664129" y="1247293"/>
              <a:ext cx="4739779" cy="2654479"/>
            </a:xfrm>
            <a:prstGeom prst="rect">
              <a:avLst/>
            </a:prstGeom>
            <a:solidFill>
              <a:srgbClr val="D6DF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 sz="847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459D8C-6BBF-C2E0-B7BF-D0E14BE6A009}"/>
                </a:ext>
              </a:extLst>
            </p:cNvPr>
            <p:cNvSpPr/>
            <p:nvPr/>
          </p:nvSpPr>
          <p:spPr>
            <a:xfrm>
              <a:off x="556471" y="1364738"/>
              <a:ext cx="4739779" cy="2654479"/>
            </a:xfrm>
            <a:prstGeom prst="rect">
              <a:avLst/>
            </a:prstGeom>
            <a:solidFill>
              <a:srgbClr val="D6DF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 sz="847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E748D67-0ACA-FC9B-679A-8701765377C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7327120" y="1586820"/>
            <a:ext cx="1329495" cy="7467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FC2A22-40C2-4408-660B-500A391926DE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8393035" y="1247296"/>
            <a:ext cx="1267048" cy="7128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DE2B1B-416E-C9BD-B47D-3B990740E6E7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7716853" y="2455706"/>
            <a:ext cx="2850321" cy="4019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C4504F-1513-EB38-8BA3-0D8725C5E6E5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1706554" y="4969611"/>
            <a:ext cx="1327463" cy="8849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024826-29D7-4700-A10B-027A2A31F880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3200915" y="4961880"/>
            <a:ext cx="1328894" cy="88497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D20DE26-E652-145A-D78B-1D00CB010863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8864145" y="3270553"/>
            <a:ext cx="1067681" cy="109187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1484149-A1F1-8C57-0D3A-05BFF4B199F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7929056" y="3408793"/>
            <a:ext cx="827882" cy="83261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9825DFA-676C-E41B-8A95-55633DBA6867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tretch>
            <a:fillRect/>
          </a:stretch>
        </p:blipFill>
        <p:spPr>
          <a:xfrm>
            <a:off x="5999479" y="4868827"/>
            <a:ext cx="1191814" cy="59423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4A144B7-282B-BF1B-3E06-22EE44A48C89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tretch>
            <a:fillRect/>
          </a:stretch>
        </p:blipFill>
        <p:spPr>
          <a:xfrm>
            <a:off x="5999479" y="5442930"/>
            <a:ext cx="1191814" cy="594230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1EED3BE1-6C82-604A-1FF3-C002BEE2E6BB}"/>
              </a:ext>
            </a:extLst>
          </p:cNvPr>
          <p:cNvGrpSpPr/>
          <p:nvPr/>
        </p:nvGrpSpPr>
        <p:grpSpPr>
          <a:xfrm>
            <a:off x="5045237" y="5011288"/>
            <a:ext cx="827882" cy="832615"/>
            <a:chOff x="4215051" y="1797625"/>
            <a:chExt cx="827881" cy="832612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0CFF5CCA-D9F5-0E4C-F27D-B315E04A3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grayscl/>
            </a:blip>
            <a:stretch>
              <a:fillRect/>
            </a:stretch>
          </p:blipFill>
          <p:spPr>
            <a:xfrm>
              <a:off x="4215051" y="1797625"/>
              <a:ext cx="827881" cy="832612"/>
            </a:xfrm>
            <a:prstGeom prst="rect">
              <a:avLst/>
            </a:prstGeom>
          </p:spPr>
        </p:pic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DCA8527-7DB7-EBD1-CEF2-1A9C17521D56}"/>
                </a:ext>
              </a:extLst>
            </p:cNvPr>
            <p:cNvSpPr/>
            <p:nvPr/>
          </p:nvSpPr>
          <p:spPr>
            <a:xfrm>
              <a:off x="4273164" y="2360088"/>
              <a:ext cx="324281" cy="221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47"/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D2506ADA-9E90-FD56-C280-EA03EB801595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</a:blip>
          <a:stretch>
            <a:fillRect/>
          </a:stretch>
        </p:blipFill>
        <p:spPr>
          <a:xfrm>
            <a:off x="7622021" y="4969610"/>
            <a:ext cx="1404542" cy="66197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1F311114-1B72-8FF9-ECC4-04BBB669E274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</a:blip>
          <a:stretch>
            <a:fillRect/>
          </a:stretch>
        </p:blipFill>
        <p:spPr>
          <a:xfrm>
            <a:off x="9066716" y="4957121"/>
            <a:ext cx="1047215" cy="951770"/>
          </a:xfrm>
          <a:prstGeom prst="rect">
            <a:avLst/>
          </a:prstGeom>
        </p:spPr>
      </p:pic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49521112-CAF6-D1E3-76F7-A43988984427}"/>
              </a:ext>
            </a:extLst>
          </p:cNvPr>
          <p:cNvSpPr/>
          <p:nvPr/>
        </p:nvSpPr>
        <p:spPr>
          <a:xfrm>
            <a:off x="6595386" y="459909"/>
            <a:ext cx="672521" cy="3495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/>
          </a:p>
        </p:txBody>
      </p:sp>
      <p:pic>
        <p:nvPicPr>
          <p:cNvPr id="1026" name="Picture 2" descr="1 818 500+ bildbanksfoton, bilder och royaltyfria bilder med White Wall -  iStock">
            <a:extLst>
              <a:ext uri="{FF2B5EF4-FFF2-40B4-BE49-F238E27FC236}">
                <a16:creationId xmlns:a16="http://schemas.microsoft.com/office/drawing/2014/main" id="{90915CB2-3B9B-65DB-351F-501375326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061" y="1286317"/>
            <a:ext cx="5058127" cy="289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1C6B503-BBF8-C817-F0F0-58874B2999F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60969" y="2409660"/>
            <a:ext cx="2093160" cy="1775257"/>
          </a:xfrm>
          <a:prstGeom prst="rect">
            <a:avLst/>
          </a:prstGeom>
          <a:effectLst>
            <a:outerShdw blurRad="172089" dist="38100" dir="2700000" algn="tl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E398739A-C9F3-7553-3F27-7FEF0DE84AD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48148" y="1557545"/>
            <a:ext cx="2591951" cy="2198290"/>
          </a:xfrm>
          <a:prstGeom prst="rect">
            <a:avLst/>
          </a:prstGeom>
          <a:effectLst>
            <a:outerShdw blurRad="172089" dist="38100" dir="2700000" algn="tl" rotWithShape="0">
              <a:schemeClr val="bg1">
                <a:lumMod val="75000"/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6553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1E6731-B752-BB8B-ABFA-603E6094C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30040" y="838198"/>
            <a:ext cx="7772397" cy="51816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2C35681-9D3C-F7F8-AED2-7E8A6F917497}"/>
              </a:ext>
            </a:extLst>
          </p:cNvPr>
          <p:cNvSpPr/>
          <p:nvPr/>
        </p:nvSpPr>
        <p:spPr>
          <a:xfrm>
            <a:off x="4760605" y="1510016"/>
            <a:ext cx="3741489" cy="5033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9BF7FF-83B0-CE2F-9298-C8A9B78968A2}"/>
              </a:ext>
            </a:extLst>
          </p:cNvPr>
          <p:cNvSpPr/>
          <p:nvPr/>
        </p:nvSpPr>
        <p:spPr>
          <a:xfrm>
            <a:off x="5684788" y="2115428"/>
            <a:ext cx="1936461" cy="1160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21874A-E05F-9C03-37A6-29A62338121B}"/>
              </a:ext>
            </a:extLst>
          </p:cNvPr>
          <p:cNvSpPr/>
          <p:nvPr/>
        </p:nvSpPr>
        <p:spPr>
          <a:xfrm>
            <a:off x="6011962" y="2115428"/>
            <a:ext cx="1936461" cy="1160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530FBD-24DE-E799-226A-F2BF0A2E01C1}"/>
              </a:ext>
            </a:extLst>
          </p:cNvPr>
          <p:cNvSpPr/>
          <p:nvPr/>
        </p:nvSpPr>
        <p:spPr>
          <a:xfrm>
            <a:off x="4694889" y="2442590"/>
            <a:ext cx="577448" cy="1244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38E1C6-F9D8-1D1E-49B4-800AC66DDAD2}"/>
              </a:ext>
            </a:extLst>
          </p:cNvPr>
          <p:cNvSpPr/>
          <p:nvPr/>
        </p:nvSpPr>
        <p:spPr>
          <a:xfrm>
            <a:off x="4678107" y="3429000"/>
            <a:ext cx="577448" cy="1244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F57152-2B6C-C72F-B443-A7DC808F5F3C}"/>
              </a:ext>
            </a:extLst>
          </p:cNvPr>
          <p:cNvSpPr/>
          <p:nvPr/>
        </p:nvSpPr>
        <p:spPr>
          <a:xfrm>
            <a:off x="3848997" y="4336408"/>
            <a:ext cx="283491" cy="13492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51BE8F-C4C8-62CB-52C5-939112F2223E}"/>
              </a:ext>
            </a:extLst>
          </p:cNvPr>
          <p:cNvSpPr/>
          <p:nvPr/>
        </p:nvSpPr>
        <p:spPr>
          <a:xfrm>
            <a:off x="7289882" y="4058180"/>
            <a:ext cx="515923" cy="1160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B1E786-FC90-9FF9-A80E-0925B8E4F2D0}"/>
              </a:ext>
            </a:extLst>
          </p:cNvPr>
          <p:cNvSpPr/>
          <p:nvPr/>
        </p:nvSpPr>
        <p:spPr>
          <a:xfrm>
            <a:off x="6464270" y="4413314"/>
            <a:ext cx="515923" cy="1160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4FDB1B-6890-AC09-0F99-325AB128F103}"/>
              </a:ext>
            </a:extLst>
          </p:cNvPr>
          <p:cNvSpPr/>
          <p:nvPr/>
        </p:nvSpPr>
        <p:spPr>
          <a:xfrm>
            <a:off x="5550477" y="4403873"/>
            <a:ext cx="515923" cy="1160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14DE58-2C8E-5CE4-14E8-5CCA9A842571}"/>
              </a:ext>
            </a:extLst>
          </p:cNvPr>
          <p:cNvSpPr/>
          <p:nvPr/>
        </p:nvSpPr>
        <p:spPr>
          <a:xfrm>
            <a:off x="7511409" y="3782039"/>
            <a:ext cx="515923" cy="1160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7A3FDA-EBD6-4443-5A13-4D55D33C38F0}"/>
              </a:ext>
            </a:extLst>
          </p:cNvPr>
          <p:cNvSpPr/>
          <p:nvPr/>
        </p:nvSpPr>
        <p:spPr>
          <a:xfrm>
            <a:off x="7793930" y="2752639"/>
            <a:ext cx="233406" cy="1160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19789D-9B4C-EFEF-3CA1-2379B4C6436B}"/>
              </a:ext>
            </a:extLst>
          </p:cNvPr>
          <p:cNvSpPr/>
          <p:nvPr/>
        </p:nvSpPr>
        <p:spPr>
          <a:xfrm>
            <a:off x="4616760" y="4058180"/>
            <a:ext cx="122694" cy="278233"/>
          </a:xfrm>
          <a:prstGeom prst="rect">
            <a:avLst/>
          </a:prstGeom>
          <a:solidFill>
            <a:srgbClr val="E8E8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E2165B-D7EC-7C96-1993-1E0F32A8DCAD}"/>
              </a:ext>
            </a:extLst>
          </p:cNvPr>
          <p:cNvSpPr/>
          <p:nvPr/>
        </p:nvSpPr>
        <p:spPr>
          <a:xfrm>
            <a:off x="4905496" y="4058180"/>
            <a:ext cx="418691" cy="278233"/>
          </a:xfrm>
          <a:prstGeom prst="rect">
            <a:avLst/>
          </a:prstGeom>
          <a:solidFill>
            <a:srgbClr val="E8E8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42D715-60CC-C533-2247-218E73CBC639}"/>
              </a:ext>
            </a:extLst>
          </p:cNvPr>
          <p:cNvSpPr/>
          <p:nvPr/>
        </p:nvSpPr>
        <p:spPr>
          <a:xfrm>
            <a:off x="4739454" y="4402819"/>
            <a:ext cx="515923" cy="161136"/>
          </a:xfrm>
          <a:prstGeom prst="rect">
            <a:avLst/>
          </a:prstGeom>
          <a:solidFill>
            <a:srgbClr val="E8E8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C034B8-F6AA-5345-D2A1-42D805F0D9B9}"/>
              </a:ext>
            </a:extLst>
          </p:cNvPr>
          <p:cNvSpPr/>
          <p:nvPr/>
        </p:nvSpPr>
        <p:spPr>
          <a:xfrm>
            <a:off x="6011963" y="3141161"/>
            <a:ext cx="357395" cy="1160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91CC35-7F57-1899-91AB-E2E28E91A1D9}"/>
              </a:ext>
            </a:extLst>
          </p:cNvPr>
          <p:cNvSpPr/>
          <p:nvPr/>
        </p:nvSpPr>
        <p:spPr>
          <a:xfrm>
            <a:off x="3623576" y="1587951"/>
            <a:ext cx="993184" cy="4254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A56D58-AE81-2696-4982-5E655B86CCB7}"/>
              </a:ext>
            </a:extLst>
          </p:cNvPr>
          <p:cNvSpPr/>
          <p:nvPr/>
        </p:nvSpPr>
        <p:spPr>
          <a:xfrm>
            <a:off x="3360254" y="1999017"/>
            <a:ext cx="993184" cy="9727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73253F9-736C-92D2-DF9F-6654F693304D}"/>
              </a:ext>
            </a:extLst>
          </p:cNvPr>
          <p:cNvSpPr/>
          <p:nvPr/>
        </p:nvSpPr>
        <p:spPr>
          <a:xfrm>
            <a:off x="3941115" y="4965199"/>
            <a:ext cx="329723" cy="8326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E8B1A5F-461A-379E-2279-24210803F876}"/>
              </a:ext>
            </a:extLst>
          </p:cNvPr>
          <p:cNvSpPr/>
          <p:nvPr/>
        </p:nvSpPr>
        <p:spPr>
          <a:xfrm>
            <a:off x="4023715" y="5176111"/>
            <a:ext cx="329723" cy="9002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A036481-9B21-00D7-1299-200B8599B79A}"/>
              </a:ext>
            </a:extLst>
          </p:cNvPr>
          <p:cNvSpPr/>
          <p:nvPr/>
        </p:nvSpPr>
        <p:spPr>
          <a:xfrm>
            <a:off x="4023719" y="5375482"/>
            <a:ext cx="251035" cy="8326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3E7D92D-DFA4-5112-8101-0CAAF00517AC}"/>
              </a:ext>
            </a:extLst>
          </p:cNvPr>
          <p:cNvSpPr/>
          <p:nvPr/>
        </p:nvSpPr>
        <p:spPr>
          <a:xfrm>
            <a:off x="4681269" y="5381193"/>
            <a:ext cx="574120" cy="8857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394096C-168D-E432-3285-D752EEA86790}"/>
              </a:ext>
            </a:extLst>
          </p:cNvPr>
          <p:cNvSpPr/>
          <p:nvPr/>
        </p:nvSpPr>
        <p:spPr>
          <a:xfrm>
            <a:off x="4678111" y="5185793"/>
            <a:ext cx="251035" cy="8326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542F298-ECF9-ED6B-6E26-2FC961DC9B6A}"/>
              </a:ext>
            </a:extLst>
          </p:cNvPr>
          <p:cNvSpPr/>
          <p:nvPr/>
        </p:nvSpPr>
        <p:spPr>
          <a:xfrm>
            <a:off x="5022077" y="4971626"/>
            <a:ext cx="233304" cy="8326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1716FFB-1608-8233-5989-94A4B1CD8D87}"/>
              </a:ext>
            </a:extLst>
          </p:cNvPr>
          <p:cNvSpPr/>
          <p:nvPr/>
        </p:nvSpPr>
        <p:spPr>
          <a:xfrm>
            <a:off x="5754005" y="5379737"/>
            <a:ext cx="615357" cy="9002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37B8393-24B7-667F-24B3-A4BB6BC304CD}"/>
              </a:ext>
            </a:extLst>
          </p:cNvPr>
          <p:cNvSpPr/>
          <p:nvPr/>
        </p:nvSpPr>
        <p:spPr>
          <a:xfrm>
            <a:off x="6756774" y="5372963"/>
            <a:ext cx="615357" cy="9002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E9D00C1-01B4-C0F9-6157-EF1B9C2F1FB9}"/>
              </a:ext>
            </a:extLst>
          </p:cNvPr>
          <p:cNvSpPr/>
          <p:nvPr/>
        </p:nvSpPr>
        <p:spPr>
          <a:xfrm>
            <a:off x="5917059" y="5181886"/>
            <a:ext cx="452299" cy="9002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6FF4500-0184-A52D-20A3-042FD3F40775}"/>
              </a:ext>
            </a:extLst>
          </p:cNvPr>
          <p:cNvSpPr/>
          <p:nvPr/>
        </p:nvSpPr>
        <p:spPr>
          <a:xfrm>
            <a:off x="5458638" y="4961808"/>
            <a:ext cx="827188" cy="9002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74348DE-5692-5EA1-59B2-32C670FE252A}"/>
              </a:ext>
            </a:extLst>
          </p:cNvPr>
          <p:cNvSpPr/>
          <p:nvPr/>
        </p:nvSpPr>
        <p:spPr>
          <a:xfrm>
            <a:off x="3731337" y="4771349"/>
            <a:ext cx="1428404" cy="13492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B5F2DE4-CBD2-F98C-CC98-69AEF8B8B787}"/>
              </a:ext>
            </a:extLst>
          </p:cNvPr>
          <p:cNvSpPr/>
          <p:nvPr/>
        </p:nvSpPr>
        <p:spPr>
          <a:xfrm>
            <a:off x="7511413" y="4756556"/>
            <a:ext cx="673765" cy="14970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4AD4246-8D9F-4AB2-89A8-555FD92E25B1}"/>
              </a:ext>
            </a:extLst>
          </p:cNvPr>
          <p:cNvSpPr/>
          <p:nvPr/>
        </p:nvSpPr>
        <p:spPr>
          <a:xfrm>
            <a:off x="7274658" y="4082333"/>
            <a:ext cx="531148" cy="14970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E120571-CA6C-787C-1541-DA98FC4B4D2F}"/>
              </a:ext>
            </a:extLst>
          </p:cNvPr>
          <p:cNvSpPr/>
          <p:nvPr/>
        </p:nvSpPr>
        <p:spPr>
          <a:xfrm>
            <a:off x="6434231" y="4426316"/>
            <a:ext cx="451274" cy="9359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C8D8E1F-1031-A880-1F4D-F088A5C91509}"/>
              </a:ext>
            </a:extLst>
          </p:cNvPr>
          <p:cNvSpPr/>
          <p:nvPr/>
        </p:nvSpPr>
        <p:spPr>
          <a:xfrm>
            <a:off x="4739144" y="3457705"/>
            <a:ext cx="451274" cy="9359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9C26B06-DD50-4E39-5962-A15479785A0D}"/>
              </a:ext>
            </a:extLst>
          </p:cNvPr>
          <p:cNvSpPr/>
          <p:nvPr/>
        </p:nvSpPr>
        <p:spPr>
          <a:xfrm>
            <a:off x="4663568" y="2477391"/>
            <a:ext cx="531148" cy="14970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55170E1-0AFC-6313-EFD7-1D7A08ABF2CA}"/>
              </a:ext>
            </a:extLst>
          </p:cNvPr>
          <p:cNvSpPr/>
          <p:nvPr/>
        </p:nvSpPr>
        <p:spPr>
          <a:xfrm>
            <a:off x="7807478" y="2744112"/>
            <a:ext cx="219858" cy="696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353DCD9-3FBC-008D-0133-9EC0E1920557}"/>
              </a:ext>
            </a:extLst>
          </p:cNvPr>
          <p:cNvSpPr/>
          <p:nvPr/>
        </p:nvSpPr>
        <p:spPr>
          <a:xfrm>
            <a:off x="5792109" y="4469284"/>
            <a:ext cx="219858" cy="696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5FD86114-479C-3FB9-38F9-53447E3DC8ED}"/>
              </a:ext>
            </a:extLst>
          </p:cNvPr>
          <p:cNvSpPr/>
          <p:nvPr/>
        </p:nvSpPr>
        <p:spPr>
          <a:xfrm>
            <a:off x="3880140" y="4385600"/>
            <a:ext cx="143575" cy="5872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D1963A0-E096-752B-9624-87863C9DBE5A}"/>
              </a:ext>
            </a:extLst>
          </p:cNvPr>
          <p:cNvSpPr/>
          <p:nvPr/>
        </p:nvSpPr>
        <p:spPr>
          <a:xfrm>
            <a:off x="4214576" y="1556985"/>
            <a:ext cx="3970594" cy="10658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38A2705-7944-7CCB-8C69-B795D6273969}"/>
              </a:ext>
            </a:extLst>
          </p:cNvPr>
          <p:cNvSpPr/>
          <p:nvPr/>
        </p:nvSpPr>
        <p:spPr>
          <a:xfrm>
            <a:off x="3941119" y="1762372"/>
            <a:ext cx="3970594" cy="10658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40507A4-7277-7F1E-B312-B3D18A31AC0C}"/>
              </a:ext>
            </a:extLst>
          </p:cNvPr>
          <p:cNvSpPr/>
          <p:nvPr/>
        </p:nvSpPr>
        <p:spPr>
          <a:xfrm>
            <a:off x="8035964" y="3405664"/>
            <a:ext cx="214100" cy="923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sz="847" dirty="0"/>
          </a:p>
        </p:txBody>
      </p:sp>
    </p:spTree>
    <p:extLst>
      <p:ext uri="{BB962C8B-B14F-4D97-AF65-F5344CB8AC3E}">
        <p14:creationId xmlns:p14="http://schemas.microsoft.com/office/powerpoint/2010/main" val="856188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E4DC17-CAA2-B86C-BF06-BC0FBCB87581}"/>
              </a:ext>
            </a:extLst>
          </p:cNvPr>
          <p:cNvGrpSpPr/>
          <p:nvPr/>
        </p:nvGrpSpPr>
        <p:grpSpPr>
          <a:xfrm>
            <a:off x="3566936" y="1834957"/>
            <a:ext cx="5058127" cy="2898600"/>
            <a:chOff x="3566936" y="1834957"/>
            <a:chExt cx="5058127" cy="2898600"/>
          </a:xfrm>
        </p:grpSpPr>
        <p:pic>
          <p:nvPicPr>
            <p:cNvPr id="4" name="Picture 2" descr="1 818 500+ bildbanksfoton, bilder och royaltyfria bilder med White Wall -  iStock">
              <a:extLst>
                <a:ext uri="{FF2B5EF4-FFF2-40B4-BE49-F238E27FC236}">
                  <a16:creationId xmlns:a16="http://schemas.microsoft.com/office/drawing/2014/main" id="{1AA48B3C-6A54-AB22-0342-ED6E991827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6936" y="1834957"/>
              <a:ext cx="5058127" cy="2898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C0AD56D-C98B-CC42-6A92-5C1E9B828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00023" y="2185112"/>
              <a:ext cx="2591951" cy="2198290"/>
            </a:xfrm>
            <a:prstGeom prst="rect">
              <a:avLst/>
            </a:prstGeom>
            <a:effectLst>
              <a:outerShdw blurRad="172089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343240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606E55-06DB-5038-A772-4C5D15B9E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107" y="1519491"/>
            <a:ext cx="4502905" cy="3819017"/>
          </a:xfrm>
          <a:prstGeom prst="rect">
            <a:avLst/>
          </a:prstGeom>
          <a:effectLst>
            <a:outerShdw blurRad="172089" dist="38100" dir="2700000" algn="tl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4507BD-1AEC-3EB4-7C55-11F905D4D7D1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6825950" y="1519491"/>
            <a:ext cx="1329495" cy="746704"/>
          </a:xfrm>
          <a:prstGeom prst="rect">
            <a:avLst/>
          </a:prstGeom>
          <a:effectLst>
            <a:outerShdw blurRad="165100" dist="50800" dir="5400000" algn="ctr" rotWithShape="0">
              <a:schemeClr val="bg1">
                <a:lumMod val="50000"/>
                <a:alpha val="41000"/>
              </a:scheme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909403-E980-FCF2-A82B-2EB03D32F87E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8345152" y="1530027"/>
            <a:ext cx="1288016" cy="724674"/>
          </a:xfrm>
          <a:prstGeom prst="rect">
            <a:avLst/>
          </a:prstGeom>
          <a:effectLst>
            <a:outerShdw blurRad="165100" dist="50800" dir="5400000" algn="ctr" rotWithShape="0">
              <a:schemeClr val="bg1">
                <a:lumMod val="50000"/>
                <a:alpha val="41000"/>
              </a:scheme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BD1A1C-FA8A-8596-63CE-C6B02F24B219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6825950" y="2318435"/>
            <a:ext cx="2850321" cy="401968"/>
          </a:xfrm>
          <a:prstGeom prst="rect">
            <a:avLst/>
          </a:prstGeom>
          <a:effectLst>
            <a:outerShdw blurRad="165100" dist="50800" dir="5400000" algn="ctr" rotWithShape="0">
              <a:schemeClr val="bg1">
                <a:lumMod val="50000"/>
                <a:alpha val="41000"/>
              </a:scheme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ACC497-0382-DCD2-3244-6F3CF58A3068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6803747" y="3671524"/>
            <a:ext cx="1327463" cy="884978"/>
          </a:xfrm>
          <a:prstGeom prst="rect">
            <a:avLst/>
          </a:prstGeom>
          <a:effectLst>
            <a:outerShdw blurRad="165100" dist="50800" dir="5400000" algn="ctr" rotWithShape="0">
              <a:schemeClr val="bg1">
                <a:lumMod val="50000"/>
                <a:alpha val="41000"/>
              </a:scheme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8DA283-AC4E-1495-3193-743A5E0BC51A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</a:blip>
          <a:stretch>
            <a:fillRect/>
          </a:stretch>
        </p:blipFill>
        <p:spPr>
          <a:xfrm>
            <a:off x="8251140" y="3695109"/>
            <a:ext cx="1328894" cy="884978"/>
          </a:xfrm>
          <a:prstGeom prst="rect">
            <a:avLst/>
          </a:prstGeom>
          <a:effectLst>
            <a:outerShdw blurRad="165100" dist="50800" dir="5400000" algn="ctr" rotWithShape="0">
              <a:schemeClr val="bg1">
                <a:lumMod val="50000"/>
                <a:alpha val="41000"/>
              </a:scheme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352C55-847C-5760-E91D-1B3FDC49D125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</a:blip>
          <a:stretch>
            <a:fillRect/>
          </a:stretch>
        </p:blipFill>
        <p:spPr>
          <a:xfrm>
            <a:off x="7791699" y="2772643"/>
            <a:ext cx="827883" cy="846641"/>
          </a:xfrm>
          <a:prstGeom prst="rect">
            <a:avLst/>
          </a:prstGeom>
          <a:effectLst>
            <a:outerShdw blurRad="165100" dist="50800" dir="5400000" algn="ctr" rotWithShape="0">
              <a:schemeClr val="bg1">
                <a:lumMod val="50000"/>
                <a:alpha val="41000"/>
              </a:scheme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8BB652-771D-46E7-B364-75CC2C89909D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tretch>
            <a:fillRect/>
          </a:stretch>
        </p:blipFill>
        <p:spPr>
          <a:xfrm>
            <a:off x="6825950" y="2772643"/>
            <a:ext cx="827882" cy="832615"/>
          </a:xfrm>
          <a:prstGeom prst="rect">
            <a:avLst/>
          </a:prstGeom>
          <a:effectLst>
            <a:outerShdw blurRad="165100" dist="50800" dir="5400000" algn="ctr" rotWithShape="0">
              <a:schemeClr val="bg1">
                <a:lumMod val="50000"/>
                <a:alpha val="41000"/>
              </a:scheme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7DA772-F1BB-B740-78BC-B2E73DF2E1BA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</a:blip>
          <a:stretch>
            <a:fillRect/>
          </a:stretch>
        </p:blipFill>
        <p:spPr>
          <a:xfrm>
            <a:off x="8768079" y="3215350"/>
            <a:ext cx="827883" cy="412777"/>
          </a:xfrm>
          <a:prstGeom prst="rect">
            <a:avLst/>
          </a:prstGeom>
          <a:effectLst>
            <a:outerShdw blurRad="165100" dist="50800" dir="5400000" algn="ctr" rotWithShape="0">
              <a:schemeClr val="bg1">
                <a:lumMod val="50000"/>
                <a:alpha val="41000"/>
              </a:scheme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5D9902-9579-764E-2D8F-59F621FEC6B7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</a:blip>
          <a:stretch>
            <a:fillRect/>
          </a:stretch>
        </p:blipFill>
        <p:spPr>
          <a:xfrm>
            <a:off x="8778712" y="2770234"/>
            <a:ext cx="827883" cy="412777"/>
          </a:xfrm>
          <a:prstGeom prst="rect">
            <a:avLst/>
          </a:prstGeom>
          <a:effectLst>
            <a:outerShdw blurRad="165100" dist="50800" dir="5400000" algn="ctr" rotWithShape="0">
              <a:schemeClr val="bg1">
                <a:lumMod val="50000"/>
                <a:alpha val="41000"/>
              </a:scheme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614441-4052-CE00-AF96-4632ED42D597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</a:blip>
          <a:stretch>
            <a:fillRect/>
          </a:stretch>
        </p:blipFill>
        <p:spPr>
          <a:xfrm>
            <a:off x="6846568" y="4679983"/>
            <a:ext cx="1404542" cy="661979"/>
          </a:xfrm>
          <a:prstGeom prst="rect">
            <a:avLst/>
          </a:prstGeom>
          <a:effectLst>
            <a:outerShdw blurRad="165100" dist="50800" dir="5400000" algn="ctr" rotWithShape="0">
              <a:schemeClr val="bg1">
                <a:lumMod val="50000"/>
                <a:alpha val="41000"/>
              </a:scheme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A5B99C6-9439-5558-3E8F-A5EBF326875D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</a:blip>
          <a:stretch>
            <a:fillRect/>
          </a:stretch>
        </p:blipFill>
        <p:spPr>
          <a:xfrm>
            <a:off x="8781091" y="4679982"/>
            <a:ext cx="728364" cy="661980"/>
          </a:xfrm>
          <a:prstGeom prst="rect">
            <a:avLst/>
          </a:prstGeom>
          <a:effectLst>
            <a:outerShdw blurRad="165100" dist="50800" dir="5400000" algn="ctr" rotWithShape="0">
              <a:schemeClr val="bg1">
                <a:lumMod val="50000"/>
                <a:alpha val="41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2784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0" name="Picture 4589">
            <a:extLst>
              <a:ext uri="{FF2B5EF4-FFF2-40B4-BE49-F238E27FC236}">
                <a16:creationId xmlns:a16="http://schemas.microsoft.com/office/drawing/2014/main" id="{2AB92A59-BDF6-B737-3CAF-15875FE32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b="8447"/>
          <a:stretch>
            <a:fillRect/>
          </a:stretch>
        </p:blipFill>
        <p:spPr>
          <a:xfrm>
            <a:off x="977346" y="290285"/>
            <a:ext cx="10805641" cy="6183086"/>
          </a:xfrm>
          <a:prstGeom prst="rect">
            <a:avLst/>
          </a:prstGeom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0027B61C-16B0-F28D-3AA2-FEE6D196435D}"/>
              </a:ext>
            </a:extLst>
          </p:cNvPr>
          <p:cNvSpPr/>
          <p:nvPr/>
        </p:nvSpPr>
        <p:spPr>
          <a:xfrm>
            <a:off x="4864536" y="892738"/>
            <a:ext cx="2028125" cy="2149592"/>
          </a:xfrm>
          <a:custGeom>
            <a:avLst/>
            <a:gdLst>
              <a:gd name="csX0" fmla="*/ 113068 w 2332129"/>
              <a:gd name="csY0" fmla="*/ 917820 h 2471803"/>
              <a:gd name="csX1" fmla="*/ 1065568 w 2332129"/>
              <a:gd name="csY1" fmla="*/ 3420 h 2471803"/>
              <a:gd name="csX2" fmla="*/ 2322868 w 2332129"/>
              <a:gd name="csY2" fmla="*/ 1248020 h 2471803"/>
              <a:gd name="csX3" fmla="*/ 1560868 w 2332129"/>
              <a:gd name="csY3" fmla="*/ 2429120 h 2471803"/>
              <a:gd name="csX4" fmla="*/ 176568 w 2332129"/>
              <a:gd name="csY4" fmla="*/ 2086220 h 2471803"/>
              <a:gd name="csX5" fmla="*/ 113068 w 2332129"/>
              <a:gd name="csY5" fmla="*/ 917820 h 24718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332129" h="2471803">
                <a:moveTo>
                  <a:pt x="113068" y="917820"/>
                </a:moveTo>
                <a:cubicBezTo>
                  <a:pt x="261235" y="570687"/>
                  <a:pt x="697268" y="-51613"/>
                  <a:pt x="1065568" y="3420"/>
                </a:cubicBezTo>
                <a:cubicBezTo>
                  <a:pt x="1433868" y="58453"/>
                  <a:pt x="2240318" y="843737"/>
                  <a:pt x="2322868" y="1248020"/>
                </a:cubicBezTo>
                <a:cubicBezTo>
                  <a:pt x="2405418" y="1652303"/>
                  <a:pt x="1918585" y="2289420"/>
                  <a:pt x="1560868" y="2429120"/>
                </a:cubicBezTo>
                <a:cubicBezTo>
                  <a:pt x="1203151" y="2568820"/>
                  <a:pt x="413635" y="2342337"/>
                  <a:pt x="176568" y="2086220"/>
                </a:cubicBezTo>
                <a:cubicBezTo>
                  <a:pt x="-60499" y="1830103"/>
                  <a:pt x="-35099" y="1264953"/>
                  <a:pt x="113068" y="917820"/>
                </a:cubicBezTo>
                <a:close/>
              </a:path>
            </a:pathLst>
          </a:custGeom>
          <a:solidFill>
            <a:srgbClr val="FFEEA9">
              <a:alpha val="6732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15924C1-FE01-D035-1E3C-196DFB5122EC}"/>
              </a:ext>
            </a:extLst>
          </p:cNvPr>
          <p:cNvSpPr/>
          <p:nvPr/>
        </p:nvSpPr>
        <p:spPr>
          <a:xfrm>
            <a:off x="7759569" y="706622"/>
            <a:ext cx="3455083" cy="2028193"/>
          </a:xfrm>
          <a:custGeom>
            <a:avLst/>
            <a:gdLst>
              <a:gd name="csX0" fmla="*/ 1832698 w 3972979"/>
              <a:gd name="csY0" fmla="*/ 2038076 h 2332207"/>
              <a:gd name="csX1" fmla="*/ 181698 w 3972979"/>
              <a:gd name="csY1" fmla="*/ 1822176 h 2332207"/>
              <a:gd name="csX2" fmla="*/ 156298 w 3972979"/>
              <a:gd name="csY2" fmla="*/ 717276 h 2332207"/>
              <a:gd name="csX3" fmla="*/ 1197698 w 3972979"/>
              <a:gd name="csY3" fmla="*/ 158476 h 2332207"/>
              <a:gd name="csX4" fmla="*/ 2810598 w 3972979"/>
              <a:gd name="csY4" fmla="*/ 44176 h 2332207"/>
              <a:gd name="csX5" fmla="*/ 3458298 w 3972979"/>
              <a:gd name="csY5" fmla="*/ 806176 h 2332207"/>
              <a:gd name="csX6" fmla="*/ 3966298 w 3972979"/>
              <a:gd name="csY6" fmla="*/ 1885676 h 2332207"/>
              <a:gd name="csX7" fmla="*/ 3089998 w 3972979"/>
              <a:gd name="csY7" fmla="*/ 2330176 h 2332207"/>
              <a:gd name="csX8" fmla="*/ 2213698 w 3972979"/>
              <a:gd name="csY8" fmla="*/ 2050776 h 2332207"/>
              <a:gd name="csX9" fmla="*/ 1832698 w 3972979"/>
              <a:gd name="csY9" fmla="*/ 2038076 h 23322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972979" h="2332207">
                <a:moveTo>
                  <a:pt x="1832698" y="2038076"/>
                </a:moveTo>
                <a:cubicBezTo>
                  <a:pt x="1494031" y="1999976"/>
                  <a:pt x="461098" y="2042309"/>
                  <a:pt x="181698" y="1822176"/>
                </a:cubicBezTo>
                <a:cubicBezTo>
                  <a:pt x="-97702" y="1602043"/>
                  <a:pt x="-13035" y="994559"/>
                  <a:pt x="156298" y="717276"/>
                </a:cubicBezTo>
                <a:cubicBezTo>
                  <a:pt x="325631" y="439993"/>
                  <a:pt x="755315" y="270659"/>
                  <a:pt x="1197698" y="158476"/>
                </a:cubicBezTo>
                <a:cubicBezTo>
                  <a:pt x="1640081" y="46293"/>
                  <a:pt x="2433831" y="-63774"/>
                  <a:pt x="2810598" y="44176"/>
                </a:cubicBezTo>
                <a:cubicBezTo>
                  <a:pt x="3187365" y="152126"/>
                  <a:pt x="3265681" y="499259"/>
                  <a:pt x="3458298" y="806176"/>
                </a:cubicBezTo>
                <a:cubicBezTo>
                  <a:pt x="3650915" y="1113093"/>
                  <a:pt x="4027681" y="1631676"/>
                  <a:pt x="3966298" y="1885676"/>
                </a:cubicBezTo>
                <a:cubicBezTo>
                  <a:pt x="3904915" y="2139676"/>
                  <a:pt x="3382098" y="2302659"/>
                  <a:pt x="3089998" y="2330176"/>
                </a:cubicBezTo>
                <a:cubicBezTo>
                  <a:pt x="2797898" y="2357693"/>
                  <a:pt x="2429598" y="2097343"/>
                  <a:pt x="2213698" y="2050776"/>
                </a:cubicBezTo>
                <a:cubicBezTo>
                  <a:pt x="1997798" y="2004209"/>
                  <a:pt x="2171365" y="2076176"/>
                  <a:pt x="1832698" y="2038076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  <a:alpha val="6732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5404520D-0658-8CA3-A74D-DBCD643E0B01}"/>
              </a:ext>
            </a:extLst>
          </p:cNvPr>
          <p:cNvSpPr/>
          <p:nvPr/>
        </p:nvSpPr>
        <p:spPr>
          <a:xfrm>
            <a:off x="3463495" y="3903778"/>
            <a:ext cx="2686845" cy="2266590"/>
          </a:xfrm>
          <a:custGeom>
            <a:avLst/>
            <a:gdLst>
              <a:gd name="csX0" fmla="*/ 1558166 w 3089588"/>
              <a:gd name="csY0" fmla="*/ 2205638 h 2606339"/>
              <a:gd name="csX1" fmla="*/ 732666 w 3089588"/>
              <a:gd name="csY1" fmla="*/ 2599338 h 2606339"/>
              <a:gd name="csX2" fmla="*/ 275466 w 3089588"/>
              <a:gd name="csY2" fmla="*/ 1837338 h 2606339"/>
              <a:gd name="csX3" fmla="*/ 8766 w 3089588"/>
              <a:gd name="csY3" fmla="*/ 1113438 h 2606339"/>
              <a:gd name="csX4" fmla="*/ 592966 w 3089588"/>
              <a:gd name="csY4" fmla="*/ 160938 h 2606339"/>
              <a:gd name="csX5" fmla="*/ 1481966 w 3089588"/>
              <a:gd name="csY5" fmla="*/ 84738 h 2606339"/>
              <a:gd name="csX6" fmla="*/ 3044066 w 3089588"/>
              <a:gd name="csY6" fmla="*/ 1024538 h 2606339"/>
              <a:gd name="csX7" fmla="*/ 2574166 w 3089588"/>
              <a:gd name="csY7" fmla="*/ 2027838 h 2606339"/>
              <a:gd name="csX8" fmla="*/ 1558166 w 3089588"/>
              <a:gd name="csY8" fmla="*/ 2205638 h 26063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089588" h="2606339">
                <a:moveTo>
                  <a:pt x="1558166" y="2205638"/>
                </a:moveTo>
                <a:cubicBezTo>
                  <a:pt x="1251250" y="2300888"/>
                  <a:pt x="946449" y="2660721"/>
                  <a:pt x="732666" y="2599338"/>
                </a:cubicBezTo>
                <a:cubicBezTo>
                  <a:pt x="518883" y="2537955"/>
                  <a:pt x="396116" y="2084988"/>
                  <a:pt x="275466" y="1837338"/>
                </a:cubicBezTo>
                <a:cubicBezTo>
                  <a:pt x="154816" y="1589688"/>
                  <a:pt x="-44151" y="1392838"/>
                  <a:pt x="8766" y="1113438"/>
                </a:cubicBezTo>
                <a:cubicBezTo>
                  <a:pt x="61683" y="834038"/>
                  <a:pt x="347433" y="332388"/>
                  <a:pt x="592966" y="160938"/>
                </a:cubicBezTo>
                <a:cubicBezTo>
                  <a:pt x="838499" y="-10512"/>
                  <a:pt x="1073449" y="-59195"/>
                  <a:pt x="1481966" y="84738"/>
                </a:cubicBezTo>
                <a:cubicBezTo>
                  <a:pt x="1890483" y="228671"/>
                  <a:pt x="2862033" y="700688"/>
                  <a:pt x="3044066" y="1024538"/>
                </a:cubicBezTo>
                <a:cubicBezTo>
                  <a:pt x="3226099" y="1348388"/>
                  <a:pt x="2819699" y="1828871"/>
                  <a:pt x="2574166" y="2027838"/>
                </a:cubicBezTo>
                <a:cubicBezTo>
                  <a:pt x="2328633" y="2226805"/>
                  <a:pt x="1865082" y="2110388"/>
                  <a:pt x="1558166" y="2205638"/>
                </a:cubicBezTo>
                <a:close/>
              </a:path>
            </a:pathLst>
          </a:custGeom>
          <a:solidFill>
            <a:srgbClr val="FFEBEB">
              <a:alpha val="6732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7F6AC99E-A243-3976-772C-71FD8595E26A}"/>
              </a:ext>
            </a:extLst>
          </p:cNvPr>
          <p:cNvSpPr/>
          <p:nvPr/>
        </p:nvSpPr>
        <p:spPr>
          <a:xfrm>
            <a:off x="6963331" y="3439121"/>
            <a:ext cx="3021932" cy="2385651"/>
          </a:xfrm>
          <a:custGeom>
            <a:avLst/>
            <a:gdLst>
              <a:gd name="csX0" fmla="*/ 763258 w 3474901"/>
              <a:gd name="csY0" fmla="*/ 1086993 h 2618880"/>
              <a:gd name="csX1" fmla="*/ 2363458 w 3474901"/>
              <a:gd name="csY1" fmla="*/ 7493 h 2618880"/>
              <a:gd name="csX2" fmla="*/ 3227058 w 3474901"/>
              <a:gd name="csY2" fmla="*/ 667893 h 2618880"/>
              <a:gd name="csX3" fmla="*/ 3442958 w 3474901"/>
              <a:gd name="csY3" fmla="*/ 1785493 h 2618880"/>
              <a:gd name="csX4" fmla="*/ 2655558 w 3474901"/>
              <a:gd name="csY4" fmla="*/ 2496693 h 2618880"/>
              <a:gd name="csX5" fmla="*/ 1385558 w 3474901"/>
              <a:gd name="csY5" fmla="*/ 2610993 h 2618880"/>
              <a:gd name="csX6" fmla="*/ 77458 w 3474901"/>
              <a:gd name="csY6" fmla="*/ 2407793 h 2618880"/>
              <a:gd name="csX7" fmla="*/ 217158 w 3474901"/>
              <a:gd name="csY7" fmla="*/ 1645793 h 2618880"/>
              <a:gd name="csX8" fmla="*/ 763258 w 3474901"/>
              <a:gd name="csY8" fmla="*/ 1086993 h 2618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474901" h="2618880">
                <a:moveTo>
                  <a:pt x="763258" y="1086993"/>
                </a:moveTo>
                <a:cubicBezTo>
                  <a:pt x="1120975" y="813943"/>
                  <a:pt x="1952825" y="77343"/>
                  <a:pt x="2363458" y="7493"/>
                </a:cubicBezTo>
                <a:cubicBezTo>
                  <a:pt x="2774091" y="-62357"/>
                  <a:pt x="3047141" y="371560"/>
                  <a:pt x="3227058" y="667893"/>
                </a:cubicBezTo>
                <a:cubicBezTo>
                  <a:pt x="3406975" y="964226"/>
                  <a:pt x="3538208" y="1480693"/>
                  <a:pt x="3442958" y="1785493"/>
                </a:cubicBezTo>
                <a:cubicBezTo>
                  <a:pt x="3347708" y="2090293"/>
                  <a:pt x="2998458" y="2359110"/>
                  <a:pt x="2655558" y="2496693"/>
                </a:cubicBezTo>
                <a:cubicBezTo>
                  <a:pt x="2312658" y="2634276"/>
                  <a:pt x="1815241" y="2625810"/>
                  <a:pt x="1385558" y="2610993"/>
                </a:cubicBezTo>
                <a:cubicBezTo>
                  <a:pt x="955875" y="2596176"/>
                  <a:pt x="272191" y="2568660"/>
                  <a:pt x="77458" y="2407793"/>
                </a:cubicBezTo>
                <a:cubicBezTo>
                  <a:pt x="-117275" y="2246926"/>
                  <a:pt x="102858" y="1872276"/>
                  <a:pt x="217158" y="1645793"/>
                </a:cubicBezTo>
                <a:cubicBezTo>
                  <a:pt x="331458" y="1419310"/>
                  <a:pt x="405541" y="1360043"/>
                  <a:pt x="763258" y="1086993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6732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CC0D01C7-EBC3-F9F4-800F-78355891611D}"/>
              </a:ext>
            </a:extLst>
          </p:cNvPr>
          <p:cNvSpPr/>
          <p:nvPr/>
        </p:nvSpPr>
        <p:spPr>
          <a:xfrm>
            <a:off x="1968235" y="1112702"/>
            <a:ext cx="2372704" cy="2552014"/>
          </a:xfrm>
          <a:custGeom>
            <a:avLst/>
            <a:gdLst>
              <a:gd name="csX0" fmla="*/ 68262 w 614362"/>
              <a:gd name="csY0" fmla="*/ 2032 h 630344"/>
              <a:gd name="csX1" fmla="*/ 614362 w 614362"/>
              <a:gd name="csY1" fmla="*/ 421132 h 630344"/>
              <a:gd name="csX2" fmla="*/ 68262 w 614362"/>
              <a:gd name="csY2" fmla="*/ 611632 h 630344"/>
              <a:gd name="csX3" fmla="*/ 68262 w 614362"/>
              <a:gd name="csY3" fmla="*/ 2032 h 6303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14362" h="630344">
                <a:moveTo>
                  <a:pt x="68262" y="2032"/>
                </a:moveTo>
                <a:cubicBezTo>
                  <a:pt x="159279" y="-29718"/>
                  <a:pt x="614362" y="319532"/>
                  <a:pt x="614362" y="421132"/>
                </a:cubicBezTo>
                <a:cubicBezTo>
                  <a:pt x="614362" y="522732"/>
                  <a:pt x="159279" y="685715"/>
                  <a:pt x="68262" y="611632"/>
                </a:cubicBezTo>
                <a:cubicBezTo>
                  <a:pt x="-22755" y="537549"/>
                  <a:pt x="-22755" y="33782"/>
                  <a:pt x="68262" y="2032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6732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898C76-B628-B58C-0A20-5D2B98B3AE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5104" b="75270"/>
          <a:stretch>
            <a:fillRect/>
          </a:stretch>
        </p:blipFill>
        <p:spPr>
          <a:xfrm>
            <a:off x="3641651" y="4383885"/>
            <a:ext cx="752835" cy="7113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E37AAE-D17B-1AFE-4B32-FA73B7045D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6145" b="75270"/>
          <a:stretch>
            <a:fillRect/>
          </a:stretch>
        </p:blipFill>
        <p:spPr>
          <a:xfrm>
            <a:off x="3760009" y="5203652"/>
            <a:ext cx="611347" cy="5954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739291-B287-5223-1869-D4BE87A327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7388" b="75084"/>
          <a:stretch>
            <a:fillRect/>
          </a:stretch>
        </p:blipFill>
        <p:spPr>
          <a:xfrm>
            <a:off x="5016460" y="4562895"/>
            <a:ext cx="703562" cy="7166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72683E-7963-A6CB-1A2F-1B31E7F7C8D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2944" r="67388" b="75000"/>
          <a:stretch>
            <a:fillRect/>
          </a:stretch>
        </p:blipFill>
        <p:spPr>
          <a:xfrm>
            <a:off x="2094049" y="2196827"/>
            <a:ext cx="430270" cy="4915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7BBE21-2C5D-ED57-81E2-ECAB6458277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66145" b="74349"/>
          <a:stretch>
            <a:fillRect/>
          </a:stretch>
        </p:blipFill>
        <p:spPr>
          <a:xfrm>
            <a:off x="8582715" y="935195"/>
            <a:ext cx="611347" cy="6176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C17E16-B45E-BE09-CDF0-8DD64A05CCB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2868" r="62861" b="75000"/>
          <a:stretch>
            <a:fillRect/>
          </a:stretch>
        </p:blipFill>
        <p:spPr>
          <a:xfrm>
            <a:off x="7970242" y="4284851"/>
            <a:ext cx="670679" cy="6709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077A47-8E82-421F-81C0-3ED885831CB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66145" b="73234"/>
          <a:stretch>
            <a:fillRect/>
          </a:stretch>
        </p:blipFill>
        <p:spPr>
          <a:xfrm>
            <a:off x="7880496" y="1410928"/>
            <a:ext cx="730373" cy="7699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E6C4C2-9133-70D7-3873-7C6D49149F5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67388" b="72265"/>
          <a:stretch>
            <a:fillRect/>
          </a:stretch>
        </p:blipFill>
        <p:spPr>
          <a:xfrm>
            <a:off x="2410944" y="1394075"/>
            <a:ext cx="588903" cy="6677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A343A4-0B9F-7C2A-4660-866E81B3C52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66145" b="75270"/>
          <a:stretch>
            <a:fillRect/>
          </a:stretch>
        </p:blipFill>
        <p:spPr>
          <a:xfrm>
            <a:off x="5979080" y="1875408"/>
            <a:ext cx="611347" cy="5954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4DFCCE-29FF-15F6-F181-564030EDC956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66145" b="73234"/>
          <a:stretch>
            <a:fillRect/>
          </a:stretch>
        </p:blipFill>
        <p:spPr>
          <a:xfrm>
            <a:off x="5435322" y="967235"/>
            <a:ext cx="730373" cy="7699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9BA2A5A-701A-9AC9-43E3-122313C10DD7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" r="67387" b="72265"/>
          <a:stretch>
            <a:fillRect/>
          </a:stretch>
        </p:blipFill>
        <p:spPr>
          <a:xfrm>
            <a:off x="10156454" y="1725865"/>
            <a:ext cx="703564" cy="7977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CDEA97D-3491-5B00-0748-BCC28904585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-1" r="66416" b="74138"/>
          <a:stretch>
            <a:fillRect/>
          </a:stretch>
        </p:blipFill>
        <p:spPr>
          <a:xfrm>
            <a:off x="8696499" y="3573068"/>
            <a:ext cx="586229" cy="6019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E6F15EF-8982-64A1-A020-155752D42283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66145" b="75270"/>
          <a:stretch>
            <a:fillRect/>
          </a:stretch>
        </p:blipFill>
        <p:spPr>
          <a:xfrm>
            <a:off x="5001180" y="2027808"/>
            <a:ext cx="611347" cy="59542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2786800-08AB-CB4C-874F-1F068F53A64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" r="67390" b="75000"/>
          <a:stretch>
            <a:fillRect/>
          </a:stretch>
        </p:blipFill>
        <p:spPr>
          <a:xfrm>
            <a:off x="8940522" y="4844089"/>
            <a:ext cx="703561" cy="71912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4FFDB21-EC3F-DA55-6E40-402357F7E576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-1" r="66416" b="74138"/>
          <a:stretch>
            <a:fillRect/>
          </a:stretch>
        </p:blipFill>
        <p:spPr>
          <a:xfrm>
            <a:off x="7291594" y="4844089"/>
            <a:ext cx="700365" cy="7191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8198812-4AF7-D1FA-128B-1A794171CF6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" r="67387" b="72265"/>
          <a:stretch>
            <a:fillRect/>
          </a:stretch>
        </p:blipFill>
        <p:spPr>
          <a:xfrm>
            <a:off x="9669367" y="789077"/>
            <a:ext cx="588907" cy="66776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CC3BDA8-6E70-050A-A076-AF2ECC90250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67388" b="72265"/>
          <a:stretch>
            <a:fillRect/>
          </a:stretch>
        </p:blipFill>
        <p:spPr>
          <a:xfrm>
            <a:off x="3023212" y="2607213"/>
            <a:ext cx="588903" cy="66776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1F64AB9-07A0-738E-2D9C-0BA9E92760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6145" b="75270"/>
          <a:stretch>
            <a:fillRect/>
          </a:stretch>
        </p:blipFill>
        <p:spPr>
          <a:xfrm>
            <a:off x="4255309" y="3946352"/>
            <a:ext cx="611347" cy="595421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83E4B77-1FD4-72A6-96DC-C0DB2D5D7EDA}"/>
              </a:ext>
            </a:extLst>
          </p:cNvPr>
          <p:cNvCxnSpPr>
            <a:cxnSpLocks/>
            <a:stCxn id="12" idx="2"/>
            <a:endCxn id="22" idx="0"/>
          </p:cNvCxnSpPr>
          <p:nvPr/>
        </p:nvCxnSpPr>
        <p:spPr>
          <a:xfrm>
            <a:off x="2705396" y="2061843"/>
            <a:ext cx="612268" cy="545370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093B8CE-F08A-C69C-5642-C0C28F593374}"/>
              </a:ext>
            </a:extLst>
          </p:cNvPr>
          <p:cNvCxnSpPr>
            <a:cxnSpLocks/>
            <a:stCxn id="12" idx="2"/>
            <a:endCxn id="7" idx="0"/>
          </p:cNvCxnSpPr>
          <p:nvPr/>
        </p:nvCxnSpPr>
        <p:spPr>
          <a:xfrm flipH="1">
            <a:off x="2309184" y="2061843"/>
            <a:ext cx="396212" cy="134984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B420618-81EB-3039-EA74-0FC21959BAA5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680511" y="4614214"/>
            <a:ext cx="335949" cy="307029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FD45E55-24D5-DB88-DE49-ADFCF349C8D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371356" y="4921243"/>
            <a:ext cx="645104" cy="580120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DF8B2A6-7509-767A-333B-CB31915B7D20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4394486" y="4739559"/>
            <a:ext cx="621974" cy="181684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0FC991E-28C0-1CD0-87E3-A0ED8BB90FAF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>
          <a:xfrm>
            <a:off x="7991959" y="5203652"/>
            <a:ext cx="948563" cy="0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296E8AD-0F8D-8C06-2543-4CBCFE5072CC}"/>
              </a:ext>
            </a:extLst>
          </p:cNvPr>
          <p:cNvCxnSpPr>
            <a:cxnSpLocks/>
            <a:stCxn id="10" idx="3"/>
            <a:endCxn id="19" idx="0"/>
          </p:cNvCxnSpPr>
          <p:nvPr/>
        </p:nvCxnSpPr>
        <p:spPr>
          <a:xfrm>
            <a:off x="8640921" y="4620348"/>
            <a:ext cx="651382" cy="223741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D1DF16D-68F1-7DA5-472E-1292889A3399}"/>
              </a:ext>
            </a:extLst>
          </p:cNvPr>
          <p:cNvCxnSpPr>
            <a:cxnSpLocks/>
            <a:stCxn id="17" idx="1"/>
            <a:endCxn id="10" idx="0"/>
          </p:cNvCxnSpPr>
          <p:nvPr/>
        </p:nvCxnSpPr>
        <p:spPr>
          <a:xfrm flipH="1">
            <a:off x="8305582" y="3874034"/>
            <a:ext cx="390917" cy="410817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16223A4-8597-CD4E-80F7-292C5DADCB0D}"/>
              </a:ext>
            </a:extLst>
          </p:cNvPr>
          <p:cNvCxnSpPr>
            <a:cxnSpLocks/>
            <a:stCxn id="21" idx="1"/>
            <a:endCxn id="8" idx="3"/>
          </p:cNvCxnSpPr>
          <p:nvPr/>
        </p:nvCxnSpPr>
        <p:spPr>
          <a:xfrm flipH="1">
            <a:off x="9194062" y="1122961"/>
            <a:ext cx="475305" cy="121039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46CC21B-609F-6BAF-54AD-B40C60AEE365}"/>
              </a:ext>
            </a:extLst>
          </p:cNvPr>
          <p:cNvCxnSpPr>
            <a:cxnSpLocks/>
            <a:stCxn id="11" idx="0"/>
            <a:endCxn id="8" idx="1"/>
          </p:cNvCxnSpPr>
          <p:nvPr/>
        </p:nvCxnSpPr>
        <p:spPr>
          <a:xfrm flipV="1">
            <a:off x="8245683" y="1244000"/>
            <a:ext cx="337032" cy="166928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13E87F3-AE3E-2E42-4D41-21C0D2B5CE84}"/>
              </a:ext>
            </a:extLst>
          </p:cNvPr>
          <p:cNvCxnSpPr>
            <a:cxnSpLocks/>
          </p:cNvCxnSpPr>
          <p:nvPr/>
        </p:nvCxnSpPr>
        <p:spPr>
          <a:xfrm>
            <a:off x="8798597" y="1804154"/>
            <a:ext cx="1252396" cy="257660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4DDB9AC-6DAE-963E-7418-624977CE232A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>
            <a:off x="5800509" y="1737175"/>
            <a:ext cx="484245" cy="138233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FEE4132-EC0B-8B0F-DA8F-2A985D5C5B00}"/>
              </a:ext>
            </a:extLst>
          </p:cNvPr>
          <p:cNvCxnSpPr>
            <a:cxnSpLocks/>
            <a:stCxn id="18" idx="3"/>
            <a:endCxn id="13" idx="1"/>
          </p:cNvCxnSpPr>
          <p:nvPr/>
        </p:nvCxnSpPr>
        <p:spPr>
          <a:xfrm flipV="1">
            <a:off x="5612527" y="2173119"/>
            <a:ext cx="366553" cy="152400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1E9E8059-226D-748F-8E38-28EB13383C8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V="1">
            <a:off x="6441647" y="2627846"/>
            <a:ext cx="808371" cy="523406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CB90117A-3993-AD3D-1705-601CB18D9DF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11101" y="3069063"/>
            <a:ext cx="494560" cy="549511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09796F09-040E-FA64-83A9-54E4C3F1850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37322" y="1082253"/>
            <a:ext cx="808371" cy="523406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127ECC91-D5B5-1F11-A104-C34F6BCBCFF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12184" y="3345133"/>
            <a:ext cx="494560" cy="549511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685BBC92-80BF-BD4A-AEBF-317A9C6DC23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flipV="1">
            <a:off x="8278987" y="2401405"/>
            <a:ext cx="494560" cy="549511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E7C5109F-0646-B9A8-F195-9D1F3E5D13E4}"/>
              </a:ext>
            </a:extLst>
          </p:cNvPr>
          <p:cNvSpPr txBox="1"/>
          <p:nvPr/>
        </p:nvSpPr>
        <p:spPr>
          <a:xfrm>
            <a:off x="3188069" y="1144331"/>
            <a:ext cx="1117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dirty="0"/>
              <a:t>🤝 🥰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C3BE5B5-5FEC-D281-6D10-210E2F1AA71E}"/>
              </a:ext>
            </a:extLst>
          </p:cNvPr>
          <p:cNvSpPr txBox="1"/>
          <p:nvPr/>
        </p:nvSpPr>
        <p:spPr>
          <a:xfrm>
            <a:off x="6579690" y="2792917"/>
            <a:ext cx="383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000" dirty="0"/>
              <a:t>🏡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89E7C1B-162A-0F6F-9338-7241E12D7740}"/>
              </a:ext>
            </a:extLst>
          </p:cNvPr>
          <p:cNvSpPr txBox="1"/>
          <p:nvPr/>
        </p:nvSpPr>
        <p:spPr>
          <a:xfrm>
            <a:off x="4853260" y="3428792"/>
            <a:ext cx="383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000" dirty="0"/>
              <a:t>💰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731824A-2E3A-0008-C40E-9BB47E77EF73}"/>
              </a:ext>
            </a:extLst>
          </p:cNvPr>
          <p:cNvSpPr txBox="1"/>
          <p:nvPr/>
        </p:nvSpPr>
        <p:spPr>
          <a:xfrm>
            <a:off x="8305582" y="2585085"/>
            <a:ext cx="383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000" dirty="0"/>
              <a:t>💻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971B238-9F6C-17A0-1932-B7C74E562A13}"/>
              </a:ext>
            </a:extLst>
          </p:cNvPr>
          <p:cNvSpPr txBox="1"/>
          <p:nvPr/>
        </p:nvSpPr>
        <p:spPr>
          <a:xfrm>
            <a:off x="9442656" y="3134776"/>
            <a:ext cx="383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000" dirty="0"/>
              <a:t>🏡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503CB752-9871-31D8-5671-F9EE0B0CF1C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2944" r="67388" b="75000"/>
          <a:stretch>
            <a:fillRect/>
          </a:stretch>
        </p:blipFill>
        <p:spPr>
          <a:xfrm>
            <a:off x="2403639" y="2766634"/>
            <a:ext cx="482637" cy="551391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072AD08F-A538-DAC3-CB02-114F461FC4C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67388" b="72265"/>
          <a:stretch>
            <a:fillRect/>
          </a:stretch>
        </p:blipFill>
        <p:spPr>
          <a:xfrm>
            <a:off x="3244247" y="2017599"/>
            <a:ext cx="443053" cy="502386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D4BC9B4F-B6D3-6768-BA04-8BBD48EB2C1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66145" b="75270"/>
          <a:stretch>
            <a:fillRect/>
          </a:stretch>
        </p:blipFill>
        <p:spPr>
          <a:xfrm>
            <a:off x="5670993" y="2469281"/>
            <a:ext cx="431061" cy="419832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F1DE1F48-F9DC-81FF-66FB-C4B15A801F1C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66145" b="75270"/>
          <a:stretch>
            <a:fillRect/>
          </a:stretch>
        </p:blipFill>
        <p:spPr>
          <a:xfrm>
            <a:off x="5052926" y="1518197"/>
            <a:ext cx="431061" cy="41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656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941A2-BA4A-8BCA-358F-A6E3CA2F7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1 818 500+ bildbanksfoton, bilder och royaltyfria bilder med White Wall -  iStock">
            <a:extLst>
              <a:ext uri="{FF2B5EF4-FFF2-40B4-BE49-F238E27FC236}">
                <a16:creationId xmlns:a16="http://schemas.microsoft.com/office/drawing/2014/main" id="{F7962687-4820-6873-F20F-7340B0E41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Diffused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580" y="336472"/>
            <a:ext cx="10792345" cy="6184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9D6FD4F1-36D8-64F3-7BA4-728B5BB58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580" y="336472"/>
            <a:ext cx="10792345" cy="5680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85D30779-FD37-1A49-5D9E-814A8066E76C}"/>
              </a:ext>
            </a:extLst>
          </p:cNvPr>
          <p:cNvSpPr/>
          <p:nvPr/>
        </p:nvSpPr>
        <p:spPr>
          <a:xfrm>
            <a:off x="4864536" y="892738"/>
            <a:ext cx="2028125" cy="2149592"/>
          </a:xfrm>
          <a:custGeom>
            <a:avLst/>
            <a:gdLst>
              <a:gd name="csX0" fmla="*/ 113068 w 2332129"/>
              <a:gd name="csY0" fmla="*/ 917820 h 2471803"/>
              <a:gd name="csX1" fmla="*/ 1065568 w 2332129"/>
              <a:gd name="csY1" fmla="*/ 3420 h 2471803"/>
              <a:gd name="csX2" fmla="*/ 2322868 w 2332129"/>
              <a:gd name="csY2" fmla="*/ 1248020 h 2471803"/>
              <a:gd name="csX3" fmla="*/ 1560868 w 2332129"/>
              <a:gd name="csY3" fmla="*/ 2429120 h 2471803"/>
              <a:gd name="csX4" fmla="*/ 176568 w 2332129"/>
              <a:gd name="csY4" fmla="*/ 2086220 h 2471803"/>
              <a:gd name="csX5" fmla="*/ 113068 w 2332129"/>
              <a:gd name="csY5" fmla="*/ 917820 h 24718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332129" h="2471803">
                <a:moveTo>
                  <a:pt x="113068" y="917820"/>
                </a:moveTo>
                <a:cubicBezTo>
                  <a:pt x="261235" y="570687"/>
                  <a:pt x="697268" y="-51613"/>
                  <a:pt x="1065568" y="3420"/>
                </a:cubicBezTo>
                <a:cubicBezTo>
                  <a:pt x="1433868" y="58453"/>
                  <a:pt x="2240318" y="843737"/>
                  <a:pt x="2322868" y="1248020"/>
                </a:cubicBezTo>
                <a:cubicBezTo>
                  <a:pt x="2405418" y="1652303"/>
                  <a:pt x="1918585" y="2289420"/>
                  <a:pt x="1560868" y="2429120"/>
                </a:cubicBezTo>
                <a:cubicBezTo>
                  <a:pt x="1203151" y="2568820"/>
                  <a:pt x="413635" y="2342337"/>
                  <a:pt x="176568" y="2086220"/>
                </a:cubicBezTo>
                <a:cubicBezTo>
                  <a:pt x="-60499" y="1830103"/>
                  <a:pt x="-35099" y="1264953"/>
                  <a:pt x="113068" y="917820"/>
                </a:cubicBezTo>
                <a:close/>
              </a:path>
            </a:pathLst>
          </a:custGeom>
          <a:solidFill>
            <a:srgbClr val="FFEEA9">
              <a:alpha val="6732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02F95405-4CD6-AE87-3E0E-49D5B0CD91E1}"/>
              </a:ext>
            </a:extLst>
          </p:cNvPr>
          <p:cNvSpPr/>
          <p:nvPr/>
        </p:nvSpPr>
        <p:spPr>
          <a:xfrm>
            <a:off x="7759569" y="706622"/>
            <a:ext cx="3455083" cy="2028193"/>
          </a:xfrm>
          <a:custGeom>
            <a:avLst/>
            <a:gdLst>
              <a:gd name="csX0" fmla="*/ 1832698 w 3972979"/>
              <a:gd name="csY0" fmla="*/ 2038076 h 2332207"/>
              <a:gd name="csX1" fmla="*/ 181698 w 3972979"/>
              <a:gd name="csY1" fmla="*/ 1822176 h 2332207"/>
              <a:gd name="csX2" fmla="*/ 156298 w 3972979"/>
              <a:gd name="csY2" fmla="*/ 717276 h 2332207"/>
              <a:gd name="csX3" fmla="*/ 1197698 w 3972979"/>
              <a:gd name="csY3" fmla="*/ 158476 h 2332207"/>
              <a:gd name="csX4" fmla="*/ 2810598 w 3972979"/>
              <a:gd name="csY4" fmla="*/ 44176 h 2332207"/>
              <a:gd name="csX5" fmla="*/ 3458298 w 3972979"/>
              <a:gd name="csY5" fmla="*/ 806176 h 2332207"/>
              <a:gd name="csX6" fmla="*/ 3966298 w 3972979"/>
              <a:gd name="csY6" fmla="*/ 1885676 h 2332207"/>
              <a:gd name="csX7" fmla="*/ 3089998 w 3972979"/>
              <a:gd name="csY7" fmla="*/ 2330176 h 2332207"/>
              <a:gd name="csX8" fmla="*/ 2213698 w 3972979"/>
              <a:gd name="csY8" fmla="*/ 2050776 h 2332207"/>
              <a:gd name="csX9" fmla="*/ 1832698 w 3972979"/>
              <a:gd name="csY9" fmla="*/ 2038076 h 23322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972979" h="2332207">
                <a:moveTo>
                  <a:pt x="1832698" y="2038076"/>
                </a:moveTo>
                <a:cubicBezTo>
                  <a:pt x="1494031" y="1999976"/>
                  <a:pt x="461098" y="2042309"/>
                  <a:pt x="181698" y="1822176"/>
                </a:cubicBezTo>
                <a:cubicBezTo>
                  <a:pt x="-97702" y="1602043"/>
                  <a:pt x="-13035" y="994559"/>
                  <a:pt x="156298" y="717276"/>
                </a:cubicBezTo>
                <a:cubicBezTo>
                  <a:pt x="325631" y="439993"/>
                  <a:pt x="755315" y="270659"/>
                  <a:pt x="1197698" y="158476"/>
                </a:cubicBezTo>
                <a:cubicBezTo>
                  <a:pt x="1640081" y="46293"/>
                  <a:pt x="2433831" y="-63774"/>
                  <a:pt x="2810598" y="44176"/>
                </a:cubicBezTo>
                <a:cubicBezTo>
                  <a:pt x="3187365" y="152126"/>
                  <a:pt x="3265681" y="499259"/>
                  <a:pt x="3458298" y="806176"/>
                </a:cubicBezTo>
                <a:cubicBezTo>
                  <a:pt x="3650915" y="1113093"/>
                  <a:pt x="4027681" y="1631676"/>
                  <a:pt x="3966298" y="1885676"/>
                </a:cubicBezTo>
                <a:cubicBezTo>
                  <a:pt x="3904915" y="2139676"/>
                  <a:pt x="3382098" y="2302659"/>
                  <a:pt x="3089998" y="2330176"/>
                </a:cubicBezTo>
                <a:cubicBezTo>
                  <a:pt x="2797898" y="2357693"/>
                  <a:pt x="2429598" y="2097343"/>
                  <a:pt x="2213698" y="2050776"/>
                </a:cubicBezTo>
                <a:cubicBezTo>
                  <a:pt x="1997798" y="2004209"/>
                  <a:pt x="2171365" y="2076176"/>
                  <a:pt x="1832698" y="2038076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  <a:alpha val="6732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E4DC8F4A-6CFC-A6C1-183C-9A7533485879}"/>
              </a:ext>
            </a:extLst>
          </p:cNvPr>
          <p:cNvSpPr/>
          <p:nvPr/>
        </p:nvSpPr>
        <p:spPr>
          <a:xfrm>
            <a:off x="3463495" y="3903778"/>
            <a:ext cx="2686845" cy="2266590"/>
          </a:xfrm>
          <a:custGeom>
            <a:avLst/>
            <a:gdLst>
              <a:gd name="csX0" fmla="*/ 1558166 w 3089588"/>
              <a:gd name="csY0" fmla="*/ 2205638 h 2606339"/>
              <a:gd name="csX1" fmla="*/ 732666 w 3089588"/>
              <a:gd name="csY1" fmla="*/ 2599338 h 2606339"/>
              <a:gd name="csX2" fmla="*/ 275466 w 3089588"/>
              <a:gd name="csY2" fmla="*/ 1837338 h 2606339"/>
              <a:gd name="csX3" fmla="*/ 8766 w 3089588"/>
              <a:gd name="csY3" fmla="*/ 1113438 h 2606339"/>
              <a:gd name="csX4" fmla="*/ 592966 w 3089588"/>
              <a:gd name="csY4" fmla="*/ 160938 h 2606339"/>
              <a:gd name="csX5" fmla="*/ 1481966 w 3089588"/>
              <a:gd name="csY5" fmla="*/ 84738 h 2606339"/>
              <a:gd name="csX6" fmla="*/ 3044066 w 3089588"/>
              <a:gd name="csY6" fmla="*/ 1024538 h 2606339"/>
              <a:gd name="csX7" fmla="*/ 2574166 w 3089588"/>
              <a:gd name="csY7" fmla="*/ 2027838 h 2606339"/>
              <a:gd name="csX8" fmla="*/ 1558166 w 3089588"/>
              <a:gd name="csY8" fmla="*/ 2205638 h 26063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089588" h="2606339">
                <a:moveTo>
                  <a:pt x="1558166" y="2205638"/>
                </a:moveTo>
                <a:cubicBezTo>
                  <a:pt x="1251250" y="2300888"/>
                  <a:pt x="946449" y="2660721"/>
                  <a:pt x="732666" y="2599338"/>
                </a:cubicBezTo>
                <a:cubicBezTo>
                  <a:pt x="518883" y="2537955"/>
                  <a:pt x="396116" y="2084988"/>
                  <a:pt x="275466" y="1837338"/>
                </a:cubicBezTo>
                <a:cubicBezTo>
                  <a:pt x="154816" y="1589688"/>
                  <a:pt x="-44151" y="1392838"/>
                  <a:pt x="8766" y="1113438"/>
                </a:cubicBezTo>
                <a:cubicBezTo>
                  <a:pt x="61683" y="834038"/>
                  <a:pt x="347433" y="332388"/>
                  <a:pt x="592966" y="160938"/>
                </a:cubicBezTo>
                <a:cubicBezTo>
                  <a:pt x="838499" y="-10512"/>
                  <a:pt x="1073449" y="-59195"/>
                  <a:pt x="1481966" y="84738"/>
                </a:cubicBezTo>
                <a:cubicBezTo>
                  <a:pt x="1890483" y="228671"/>
                  <a:pt x="2862033" y="700688"/>
                  <a:pt x="3044066" y="1024538"/>
                </a:cubicBezTo>
                <a:cubicBezTo>
                  <a:pt x="3226099" y="1348388"/>
                  <a:pt x="2819699" y="1828871"/>
                  <a:pt x="2574166" y="2027838"/>
                </a:cubicBezTo>
                <a:cubicBezTo>
                  <a:pt x="2328633" y="2226805"/>
                  <a:pt x="1865082" y="2110388"/>
                  <a:pt x="1558166" y="2205638"/>
                </a:cubicBezTo>
                <a:close/>
              </a:path>
            </a:pathLst>
          </a:custGeom>
          <a:solidFill>
            <a:srgbClr val="FFEBEB">
              <a:alpha val="6732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666BF43-5942-05DA-969A-81794925C9FC}"/>
              </a:ext>
            </a:extLst>
          </p:cNvPr>
          <p:cNvSpPr/>
          <p:nvPr/>
        </p:nvSpPr>
        <p:spPr>
          <a:xfrm>
            <a:off x="6963331" y="3439121"/>
            <a:ext cx="3021932" cy="2385651"/>
          </a:xfrm>
          <a:custGeom>
            <a:avLst/>
            <a:gdLst>
              <a:gd name="csX0" fmla="*/ 763258 w 3474901"/>
              <a:gd name="csY0" fmla="*/ 1086993 h 2618880"/>
              <a:gd name="csX1" fmla="*/ 2363458 w 3474901"/>
              <a:gd name="csY1" fmla="*/ 7493 h 2618880"/>
              <a:gd name="csX2" fmla="*/ 3227058 w 3474901"/>
              <a:gd name="csY2" fmla="*/ 667893 h 2618880"/>
              <a:gd name="csX3" fmla="*/ 3442958 w 3474901"/>
              <a:gd name="csY3" fmla="*/ 1785493 h 2618880"/>
              <a:gd name="csX4" fmla="*/ 2655558 w 3474901"/>
              <a:gd name="csY4" fmla="*/ 2496693 h 2618880"/>
              <a:gd name="csX5" fmla="*/ 1385558 w 3474901"/>
              <a:gd name="csY5" fmla="*/ 2610993 h 2618880"/>
              <a:gd name="csX6" fmla="*/ 77458 w 3474901"/>
              <a:gd name="csY6" fmla="*/ 2407793 h 2618880"/>
              <a:gd name="csX7" fmla="*/ 217158 w 3474901"/>
              <a:gd name="csY7" fmla="*/ 1645793 h 2618880"/>
              <a:gd name="csX8" fmla="*/ 763258 w 3474901"/>
              <a:gd name="csY8" fmla="*/ 1086993 h 2618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474901" h="2618880">
                <a:moveTo>
                  <a:pt x="763258" y="1086993"/>
                </a:moveTo>
                <a:cubicBezTo>
                  <a:pt x="1120975" y="813943"/>
                  <a:pt x="1952825" y="77343"/>
                  <a:pt x="2363458" y="7493"/>
                </a:cubicBezTo>
                <a:cubicBezTo>
                  <a:pt x="2774091" y="-62357"/>
                  <a:pt x="3047141" y="371560"/>
                  <a:pt x="3227058" y="667893"/>
                </a:cubicBezTo>
                <a:cubicBezTo>
                  <a:pt x="3406975" y="964226"/>
                  <a:pt x="3538208" y="1480693"/>
                  <a:pt x="3442958" y="1785493"/>
                </a:cubicBezTo>
                <a:cubicBezTo>
                  <a:pt x="3347708" y="2090293"/>
                  <a:pt x="2998458" y="2359110"/>
                  <a:pt x="2655558" y="2496693"/>
                </a:cubicBezTo>
                <a:cubicBezTo>
                  <a:pt x="2312658" y="2634276"/>
                  <a:pt x="1815241" y="2625810"/>
                  <a:pt x="1385558" y="2610993"/>
                </a:cubicBezTo>
                <a:cubicBezTo>
                  <a:pt x="955875" y="2596176"/>
                  <a:pt x="272191" y="2568660"/>
                  <a:pt x="77458" y="2407793"/>
                </a:cubicBezTo>
                <a:cubicBezTo>
                  <a:pt x="-117275" y="2246926"/>
                  <a:pt x="102858" y="1872276"/>
                  <a:pt x="217158" y="1645793"/>
                </a:cubicBezTo>
                <a:cubicBezTo>
                  <a:pt x="331458" y="1419310"/>
                  <a:pt x="405541" y="1360043"/>
                  <a:pt x="763258" y="1086993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6732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81E4431-8887-B463-C71E-47266411DAC9}"/>
              </a:ext>
            </a:extLst>
          </p:cNvPr>
          <p:cNvSpPr/>
          <p:nvPr/>
        </p:nvSpPr>
        <p:spPr>
          <a:xfrm>
            <a:off x="1968235" y="1112702"/>
            <a:ext cx="2372704" cy="2552014"/>
          </a:xfrm>
          <a:custGeom>
            <a:avLst/>
            <a:gdLst>
              <a:gd name="csX0" fmla="*/ 68262 w 614362"/>
              <a:gd name="csY0" fmla="*/ 2032 h 630344"/>
              <a:gd name="csX1" fmla="*/ 614362 w 614362"/>
              <a:gd name="csY1" fmla="*/ 421132 h 630344"/>
              <a:gd name="csX2" fmla="*/ 68262 w 614362"/>
              <a:gd name="csY2" fmla="*/ 611632 h 630344"/>
              <a:gd name="csX3" fmla="*/ 68262 w 614362"/>
              <a:gd name="csY3" fmla="*/ 2032 h 6303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14362" h="630344">
                <a:moveTo>
                  <a:pt x="68262" y="2032"/>
                </a:moveTo>
                <a:cubicBezTo>
                  <a:pt x="159279" y="-29718"/>
                  <a:pt x="614362" y="319532"/>
                  <a:pt x="614362" y="421132"/>
                </a:cubicBezTo>
                <a:cubicBezTo>
                  <a:pt x="614362" y="522732"/>
                  <a:pt x="159279" y="685715"/>
                  <a:pt x="68262" y="611632"/>
                </a:cubicBezTo>
                <a:cubicBezTo>
                  <a:pt x="-22755" y="537549"/>
                  <a:pt x="-22755" y="33782"/>
                  <a:pt x="68262" y="2032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6732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279C9B-7352-031F-D48F-F080050041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5104" b="75270"/>
          <a:stretch>
            <a:fillRect/>
          </a:stretch>
        </p:blipFill>
        <p:spPr>
          <a:xfrm>
            <a:off x="3641651" y="4383885"/>
            <a:ext cx="752835" cy="7113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6A31B7-BE7B-0697-B8FC-AADA37E86B4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6145" b="75270"/>
          <a:stretch>
            <a:fillRect/>
          </a:stretch>
        </p:blipFill>
        <p:spPr>
          <a:xfrm>
            <a:off x="3760009" y="5203652"/>
            <a:ext cx="611347" cy="5954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F37EDE-8814-40DB-F22E-B6547B2849C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67388" b="75084"/>
          <a:stretch>
            <a:fillRect/>
          </a:stretch>
        </p:blipFill>
        <p:spPr>
          <a:xfrm>
            <a:off x="5016460" y="4562895"/>
            <a:ext cx="703562" cy="7166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510DFD-7E02-6034-3091-52E3EAF4C7F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2944" r="67388" b="75000"/>
          <a:stretch>
            <a:fillRect/>
          </a:stretch>
        </p:blipFill>
        <p:spPr>
          <a:xfrm>
            <a:off x="2094049" y="2196827"/>
            <a:ext cx="430270" cy="4915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EAE15D-5FBC-F532-E2A4-9FA766C870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66145" b="74349"/>
          <a:stretch>
            <a:fillRect/>
          </a:stretch>
        </p:blipFill>
        <p:spPr>
          <a:xfrm>
            <a:off x="8582715" y="935195"/>
            <a:ext cx="611347" cy="6176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1843A6-B96D-AC58-2F79-7CFB9BE8221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-2868" r="62861" b="75000"/>
          <a:stretch>
            <a:fillRect/>
          </a:stretch>
        </p:blipFill>
        <p:spPr>
          <a:xfrm>
            <a:off x="7970242" y="4284851"/>
            <a:ext cx="670679" cy="6709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FBC36E-02C8-E2A2-FD07-E2F2C49E2DD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66145" b="73234"/>
          <a:stretch>
            <a:fillRect/>
          </a:stretch>
        </p:blipFill>
        <p:spPr>
          <a:xfrm>
            <a:off x="7880496" y="1410928"/>
            <a:ext cx="730373" cy="7699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E33644-12F5-54DB-B92D-057F7530BC7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67388" b="72265"/>
          <a:stretch>
            <a:fillRect/>
          </a:stretch>
        </p:blipFill>
        <p:spPr>
          <a:xfrm>
            <a:off x="2410944" y="1394075"/>
            <a:ext cx="588903" cy="6677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661E28-BFF7-D18F-7D96-5CC57AAC2AA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66145" b="75270"/>
          <a:stretch>
            <a:fillRect/>
          </a:stretch>
        </p:blipFill>
        <p:spPr>
          <a:xfrm>
            <a:off x="5979080" y="1875408"/>
            <a:ext cx="611347" cy="5954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FCD1F2-A85B-673F-CB3A-55CD8D909846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66145" b="73234"/>
          <a:stretch>
            <a:fillRect/>
          </a:stretch>
        </p:blipFill>
        <p:spPr>
          <a:xfrm>
            <a:off x="5435322" y="967235"/>
            <a:ext cx="730373" cy="7699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E0FB151-8C2E-7ED0-F580-2AA70D750777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1" r="67387" b="72265"/>
          <a:stretch>
            <a:fillRect/>
          </a:stretch>
        </p:blipFill>
        <p:spPr>
          <a:xfrm>
            <a:off x="10156454" y="1725865"/>
            <a:ext cx="703564" cy="7977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25B767D-AA7B-B45E-0270-C2BB0DCFB29B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-1" r="66416" b="74138"/>
          <a:stretch>
            <a:fillRect/>
          </a:stretch>
        </p:blipFill>
        <p:spPr>
          <a:xfrm>
            <a:off x="8696499" y="3573068"/>
            <a:ext cx="586229" cy="6019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E3C580D-F626-BE69-3846-4C2A8EAEE292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66145" b="75270"/>
          <a:stretch>
            <a:fillRect/>
          </a:stretch>
        </p:blipFill>
        <p:spPr>
          <a:xfrm>
            <a:off x="5001180" y="2027808"/>
            <a:ext cx="611347" cy="59542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AB7CDA1-5EBF-EF8F-C4E0-280CA55AFFA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1" r="67390" b="75000"/>
          <a:stretch>
            <a:fillRect/>
          </a:stretch>
        </p:blipFill>
        <p:spPr>
          <a:xfrm>
            <a:off x="8940522" y="4844089"/>
            <a:ext cx="703561" cy="71912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EA54AC-23D5-84A8-464E-E3581FBDCBB7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-1" r="66416" b="74138"/>
          <a:stretch>
            <a:fillRect/>
          </a:stretch>
        </p:blipFill>
        <p:spPr>
          <a:xfrm>
            <a:off x="7291594" y="4844089"/>
            <a:ext cx="700365" cy="7191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8299B6C-7DF1-7C3A-4D36-FC8829F9B5D0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1" r="67387" b="72265"/>
          <a:stretch>
            <a:fillRect/>
          </a:stretch>
        </p:blipFill>
        <p:spPr>
          <a:xfrm>
            <a:off x="9669367" y="789077"/>
            <a:ext cx="588907" cy="66776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195683D-551E-5AC4-BA66-793116E6412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67388" b="72265"/>
          <a:stretch>
            <a:fillRect/>
          </a:stretch>
        </p:blipFill>
        <p:spPr>
          <a:xfrm>
            <a:off x="3023212" y="2607213"/>
            <a:ext cx="588903" cy="66776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DE98A22-9070-DBAF-C96B-F9327B326BA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6145" b="75270"/>
          <a:stretch>
            <a:fillRect/>
          </a:stretch>
        </p:blipFill>
        <p:spPr>
          <a:xfrm>
            <a:off x="4255309" y="3946352"/>
            <a:ext cx="611347" cy="595421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D2CC7DA-A476-D9AF-AC8A-DE123FA9010A}"/>
              </a:ext>
            </a:extLst>
          </p:cNvPr>
          <p:cNvCxnSpPr>
            <a:cxnSpLocks/>
            <a:stCxn id="12" idx="2"/>
            <a:endCxn id="22" idx="0"/>
          </p:cNvCxnSpPr>
          <p:nvPr/>
        </p:nvCxnSpPr>
        <p:spPr>
          <a:xfrm>
            <a:off x="2705396" y="2061843"/>
            <a:ext cx="612268" cy="545370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0390368-806C-025F-718E-6E25B40E76E2}"/>
              </a:ext>
            </a:extLst>
          </p:cNvPr>
          <p:cNvCxnSpPr>
            <a:cxnSpLocks/>
            <a:stCxn id="12" idx="2"/>
            <a:endCxn id="7" idx="0"/>
          </p:cNvCxnSpPr>
          <p:nvPr/>
        </p:nvCxnSpPr>
        <p:spPr>
          <a:xfrm flipH="1">
            <a:off x="2309184" y="2061843"/>
            <a:ext cx="396212" cy="134984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AE1A9F7-3555-EDCA-7B47-778E42A281AC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680511" y="4614214"/>
            <a:ext cx="335949" cy="307029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33A18B-C2D2-3C32-B655-C6F6947AA344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371356" y="4921243"/>
            <a:ext cx="645104" cy="580120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80FB206-6E86-BD89-94D8-7EED8C942367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4394486" y="4739559"/>
            <a:ext cx="621974" cy="181684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9CB083C-38DA-021A-A4B2-9865017D1426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>
          <a:xfrm>
            <a:off x="7991959" y="5203652"/>
            <a:ext cx="948563" cy="0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1BEAC0F-81E7-B77C-9149-18AC7AB9B749}"/>
              </a:ext>
            </a:extLst>
          </p:cNvPr>
          <p:cNvCxnSpPr>
            <a:cxnSpLocks/>
            <a:stCxn id="10" idx="3"/>
            <a:endCxn id="19" idx="0"/>
          </p:cNvCxnSpPr>
          <p:nvPr/>
        </p:nvCxnSpPr>
        <p:spPr>
          <a:xfrm>
            <a:off x="8640921" y="4620348"/>
            <a:ext cx="651382" cy="223741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D3F7FD9-ADB9-A852-0706-F0176BA6108B}"/>
              </a:ext>
            </a:extLst>
          </p:cNvPr>
          <p:cNvCxnSpPr>
            <a:cxnSpLocks/>
            <a:stCxn id="17" idx="1"/>
            <a:endCxn id="10" idx="0"/>
          </p:cNvCxnSpPr>
          <p:nvPr/>
        </p:nvCxnSpPr>
        <p:spPr>
          <a:xfrm flipH="1">
            <a:off x="8305582" y="3874034"/>
            <a:ext cx="390917" cy="410817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C2640DF-EF1E-319B-9BF4-BCFFB4306161}"/>
              </a:ext>
            </a:extLst>
          </p:cNvPr>
          <p:cNvCxnSpPr>
            <a:cxnSpLocks/>
            <a:stCxn id="21" idx="1"/>
            <a:endCxn id="8" idx="3"/>
          </p:cNvCxnSpPr>
          <p:nvPr/>
        </p:nvCxnSpPr>
        <p:spPr>
          <a:xfrm flipH="1">
            <a:off x="9194062" y="1122961"/>
            <a:ext cx="475305" cy="121039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E859AD5-2A4E-F80B-80C2-B1CAA1775407}"/>
              </a:ext>
            </a:extLst>
          </p:cNvPr>
          <p:cNvCxnSpPr>
            <a:cxnSpLocks/>
            <a:stCxn id="11" idx="0"/>
            <a:endCxn id="8" idx="1"/>
          </p:cNvCxnSpPr>
          <p:nvPr/>
        </p:nvCxnSpPr>
        <p:spPr>
          <a:xfrm flipV="1">
            <a:off x="8245683" y="1244000"/>
            <a:ext cx="337032" cy="166928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91194A8-2D0B-5EC2-4861-295DED5BCA39}"/>
              </a:ext>
            </a:extLst>
          </p:cNvPr>
          <p:cNvCxnSpPr>
            <a:cxnSpLocks/>
          </p:cNvCxnSpPr>
          <p:nvPr/>
        </p:nvCxnSpPr>
        <p:spPr>
          <a:xfrm>
            <a:off x="8798597" y="1804154"/>
            <a:ext cx="1252396" cy="257660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739C94C-F400-4F53-3A4F-703973897F0A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>
            <a:off x="5800509" y="1737175"/>
            <a:ext cx="484245" cy="138233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5946B99-390B-7A0C-12EC-F4052C75558D}"/>
              </a:ext>
            </a:extLst>
          </p:cNvPr>
          <p:cNvCxnSpPr>
            <a:cxnSpLocks/>
            <a:stCxn id="18" idx="3"/>
            <a:endCxn id="13" idx="1"/>
          </p:cNvCxnSpPr>
          <p:nvPr/>
        </p:nvCxnSpPr>
        <p:spPr>
          <a:xfrm flipV="1">
            <a:off x="5612527" y="2173119"/>
            <a:ext cx="366553" cy="152400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9B5048C2-8812-25DD-2CD6-5FE79B5C5BF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flipV="1">
            <a:off x="6441647" y="2627846"/>
            <a:ext cx="808371" cy="523406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DC0CC1C2-58D7-EFB9-06F4-E79F2E6E2F5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11101" y="3069063"/>
            <a:ext cx="494560" cy="549511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8A6FC295-57F6-CFDE-3065-7D543402C65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37322" y="1082253"/>
            <a:ext cx="808371" cy="523406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5FD203DD-E2D3-70BD-EBB4-9D3F8145B7D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12184" y="3345133"/>
            <a:ext cx="494560" cy="549511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A77985C6-C1ED-D45B-6A5C-1A68B275EDB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flipV="1">
            <a:off x="8278987" y="2401405"/>
            <a:ext cx="494560" cy="549511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887FE1EC-27DD-90C2-9232-4943DA1072FC}"/>
              </a:ext>
            </a:extLst>
          </p:cNvPr>
          <p:cNvSpPr txBox="1"/>
          <p:nvPr/>
        </p:nvSpPr>
        <p:spPr>
          <a:xfrm>
            <a:off x="3188069" y="1144331"/>
            <a:ext cx="1117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dirty="0"/>
              <a:t>🤝 🥰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92452EB-C6C2-0263-003F-2E5489E2049A}"/>
              </a:ext>
            </a:extLst>
          </p:cNvPr>
          <p:cNvSpPr txBox="1"/>
          <p:nvPr/>
        </p:nvSpPr>
        <p:spPr>
          <a:xfrm>
            <a:off x="6579690" y="2792917"/>
            <a:ext cx="383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000" dirty="0"/>
              <a:t>🏡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375498A-6ECD-5A39-3F08-885C4C6628F6}"/>
              </a:ext>
            </a:extLst>
          </p:cNvPr>
          <p:cNvSpPr txBox="1"/>
          <p:nvPr/>
        </p:nvSpPr>
        <p:spPr>
          <a:xfrm>
            <a:off x="4853260" y="3428792"/>
            <a:ext cx="383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000" dirty="0"/>
              <a:t>💰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500908B-E830-DD42-1598-1D47873EDC06}"/>
              </a:ext>
            </a:extLst>
          </p:cNvPr>
          <p:cNvSpPr txBox="1"/>
          <p:nvPr/>
        </p:nvSpPr>
        <p:spPr>
          <a:xfrm>
            <a:off x="8305582" y="2585085"/>
            <a:ext cx="383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000" dirty="0"/>
              <a:t>💻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6A3A542-022F-54BA-0DCD-61D479A4813D}"/>
              </a:ext>
            </a:extLst>
          </p:cNvPr>
          <p:cNvSpPr txBox="1"/>
          <p:nvPr/>
        </p:nvSpPr>
        <p:spPr>
          <a:xfrm>
            <a:off x="9442656" y="3134776"/>
            <a:ext cx="383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2000" dirty="0"/>
              <a:t>🏡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D9FC048D-8DF6-D816-FC4C-BFAD1177082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2944" r="67388" b="75000"/>
          <a:stretch>
            <a:fillRect/>
          </a:stretch>
        </p:blipFill>
        <p:spPr>
          <a:xfrm>
            <a:off x="2403639" y="2766634"/>
            <a:ext cx="482637" cy="551391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212FA041-A2C1-AD61-F324-9289988FE62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67388" b="72265"/>
          <a:stretch>
            <a:fillRect/>
          </a:stretch>
        </p:blipFill>
        <p:spPr>
          <a:xfrm>
            <a:off x="3244247" y="2017599"/>
            <a:ext cx="443053" cy="502386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CED9A5CC-27D4-38E8-537F-EF7019F25A62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66145" b="75270"/>
          <a:stretch>
            <a:fillRect/>
          </a:stretch>
        </p:blipFill>
        <p:spPr>
          <a:xfrm>
            <a:off x="5670993" y="2469281"/>
            <a:ext cx="431061" cy="419832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14920E86-FD7F-1F79-7D3E-D4E16B1AA7C2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66145" b="75270"/>
          <a:stretch>
            <a:fillRect/>
          </a:stretch>
        </p:blipFill>
        <p:spPr>
          <a:xfrm>
            <a:off x="5052926" y="1518197"/>
            <a:ext cx="431061" cy="41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16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D2B3F-904B-94FD-8238-B957E1101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84">
            <a:extLst>
              <a:ext uri="{FF2B5EF4-FFF2-40B4-BE49-F238E27FC236}">
                <a16:creationId xmlns:a16="http://schemas.microsoft.com/office/drawing/2014/main" id="{019B6A75-A0CA-F959-1AA8-F55B0AA75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b="8447"/>
          <a:stretch>
            <a:fillRect/>
          </a:stretch>
        </p:blipFill>
        <p:spPr>
          <a:xfrm>
            <a:off x="977346" y="290285"/>
            <a:ext cx="10805641" cy="6183086"/>
          </a:xfrm>
          <a:prstGeom prst="rect">
            <a:avLst/>
          </a:prstGeom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8AC83C9D-84E9-1092-7B0C-3A6692369359}"/>
              </a:ext>
            </a:extLst>
          </p:cNvPr>
          <p:cNvSpPr/>
          <p:nvPr/>
        </p:nvSpPr>
        <p:spPr>
          <a:xfrm>
            <a:off x="4560532" y="669680"/>
            <a:ext cx="2332129" cy="2471803"/>
          </a:xfrm>
          <a:custGeom>
            <a:avLst/>
            <a:gdLst>
              <a:gd name="csX0" fmla="*/ 113068 w 2332129"/>
              <a:gd name="csY0" fmla="*/ 917820 h 2471803"/>
              <a:gd name="csX1" fmla="*/ 1065568 w 2332129"/>
              <a:gd name="csY1" fmla="*/ 3420 h 2471803"/>
              <a:gd name="csX2" fmla="*/ 2322868 w 2332129"/>
              <a:gd name="csY2" fmla="*/ 1248020 h 2471803"/>
              <a:gd name="csX3" fmla="*/ 1560868 w 2332129"/>
              <a:gd name="csY3" fmla="*/ 2429120 h 2471803"/>
              <a:gd name="csX4" fmla="*/ 176568 w 2332129"/>
              <a:gd name="csY4" fmla="*/ 2086220 h 2471803"/>
              <a:gd name="csX5" fmla="*/ 113068 w 2332129"/>
              <a:gd name="csY5" fmla="*/ 917820 h 24718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332129" h="2471803">
                <a:moveTo>
                  <a:pt x="113068" y="917820"/>
                </a:moveTo>
                <a:cubicBezTo>
                  <a:pt x="261235" y="570687"/>
                  <a:pt x="697268" y="-51613"/>
                  <a:pt x="1065568" y="3420"/>
                </a:cubicBezTo>
                <a:cubicBezTo>
                  <a:pt x="1433868" y="58453"/>
                  <a:pt x="2240318" y="843737"/>
                  <a:pt x="2322868" y="1248020"/>
                </a:cubicBezTo>
                <a:cubicBezTo>
                  <a:pt x="2405418" y="1652303"/>
                  <a:pt x="1918585" y="2289420"/>
                  <a:pt x="1560868" y="2429120"/>
                </a:cubicBezTo>
                <a:cubicBezTo>
                  <a:pt x="1203151" y="2568820"/>
                  <a:pt x="413635" y="2342337"/>
                  <a:pt x="176568" y="2086220"/>
                </a:cubicBezTo>
                <a:cubicBezTo>
                  <a:pt x="-60499" y="1830103"/>
                  <a:pt x="-35099" y="1264953"/>
                  <a:pt x="113068" y="917820"/>
                </a:cubicBezTo>
                <a:close/>
              </a:path>
            </a:pathLst>
          </a:custGeom>
          <a:solidFill>
            <a:srgbClr val="FFEEA9">
              <a:alpha val="6732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33E2B8B9-83B5-B4D9-0159-4217B9050478}"/>
              </a:ext>
            </a:extLst>
          </p:cNvPr>
          <p:cNvSpPr/>
          <p:nvPr/>
        </p:nvSpPr>
        <p:spPr>
          <a:xfrm>
            <a:off x="7241673" y="501761"/>
            <a:ext cx="3972979" cy="2332207"/>
          </a:xfrm>
          <a:custGeom>
            <a:avLst/>
            <a:gdLst>
              <a:gd name="csX0" fmla="*/ 1832698 w 3972979"/>
              <a:gd name="csY0" fmla="*/ 2038076 h 2332207"/>
              <a:gd name="csX1" fmla="*/ 181698 w 3972979"/>
              <a:gd name="csY1" fmla="*/ 1822176 h 2332207"/>
              <a:gd name="csX2" fmla="*/ 156298 w 3972979"/>
              <a:gd name="csY2" fmla="*/ 717276 h 2332207"/>
              <a:gd name="csX3" fmla="*/ 1197698 w 3972979"/>
              <a:gd name="csY3" fmla="*/ 158476 h 2332207"/>
              <a:gd name="csX4" fmla="*/ 2810598 w 3972979"/>
              <a:gd name="csY4" fmla="*/ 44176 h 2332207"/>
              <a:gd name="csX5" fmla="*/ 3458298 w 3972979"/>
              <a:gd name="csY5" fmla="*/ 806176 h 2332207"/>
              <a:gd name="csX6" fmla="*/ 3966298 w 3972979"/>
              <a:gd name="csY6" fmla="*/ 1885676 h 2332207"/>
              <a:gd name="csX7" fmla="*/ 3089998 w 3972979"/>
              <a:gd name="csY7" fmla="*/ 2330176 h 2332207"/>
              <a:gd name="csX8" fmla="*/ 2213698 w 3972979"/>
              <a:gd name="csY8" fmla="*/ 2050776 h 2332207"/>
              <a:gd name="csX9" fmla="*/ 1832698 w 3972979"/>
              <a:gd name="csY9" fmla="*/ 2038076 h 23322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972979" h="2332207">
                <a:moveTo>
                  <a:pt x="1832698" y="2038076"/>
                </a:moveTo>
                <a:cubicBezTo>
                  <a:pt x="1494031" y="1999976"/>
                  <a:pt x="461098" y="2042309"/>
                  <a:pt x="181698" y="1822176"/>
                </a:cubicBezTo>
                <a:cubicBezTo>
                  <a:pt x="-97702" y="1602043"/>
                  <a:pt x="-13035" y="994559"/>
                  <a:pt x="156298" y="717276"/>
                </a:cubicBezTo>
                <a:cubicBezTo>
                  <a:pt x="325631" y="439993"/>
                  <a:pt x="755315" y="270659"/>
                  <a:pt x="1197698" y="158476"/>
                </a:cubicBezTo>
                <a:cubicBezTo>
                  <a:pt x="1640081" y="46293"/>
                  <a:pt x="2433831" y="-63774"/>
                  <a:pt x="2810598" y="44176"/>
                </a:cubicBezTo>
                <a:cubicBezTo>
                  <a:pt x="3187365" y="152126"/>
                  <a:pt x="3265681" y="499259"/>
                  <a:pt x="3458298" y="806176"/>
                </a:cubicBezTo>
                <a:cubicBezTo>
                  <a:pt x="3650915" y="1113093"/>
                  <a:pt x="4027681" y="1631676"/>
                  <a:pt x="3966298" y="1885676"/>
                </a:cubicBezTo>
                <a:cubicBezTo>
                  <a:pt x="3904915" y="2139676"/>
                  <a:pt x="3382098" y="2302659"/>
                  <a:pt x="3089998" y="2330176"/>
                </a:cubicBezTo>
                <a:cubicBezTo>
                  <a:pt x="2797898" y="2357693"/>
                  <a:pt x="2429598" y="2097343"/>
                  <a:pt x="2213698" y="2050776"/>
                </a:cubicBezTo>
                <a:cubicBezTo>
                  <a:pt x="1997798" y="2004209"/>
                  <a:pt x="2171365" y="2076176"/>
                  <a:pt x="1832698" y="2038076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  <a:alpha val="6732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F89A1BDB-2742-CDA4-E69E-66BD902D9970}"/>
              </a:ext>
            </a:extLst>
          </p:cNvPr>
          <p:cNvSpPr/>
          <p:nvPr/>
        </p:nvSpPr>
        <p:spPr>
          <a:xfrm>
            <a:off x="3060753" y="3663182"/>
            <a:ext cx="3089588" cy="2606339"/>
          </a:xfrm>
          <a:custGeom>
            <a:avLst/>
            <a:gdLst>
              <a:gd name="csX0" fmla="*/ 1558166 w 3089588"/>
              <a:gd name="csY0" fmla="*/ 2205638 h 2606339"/>
              <a:gd name="csX1" fmla="*/ 732666 w 3089588"/>
              <a:gd name="csY1" fmla="*/ 2599338 h 2606339"/>
              <a:gd name="csX2" fmla="*/ 275466 w 3089588"/>
              <a:gd name="csY2" fmla="*/ 1837338 h 2606339"/>
              <a:gd name="csX3" fmla="*/ 8766 w 3089588"/>
              <a:gd name="csY3" fmla="*/ 1113438 h 2606339"/>
              <a:gd name="csX4" fmla="*/ 592966 w 3089588"/>
              <a:gd name="csY4" fmla="*/ 160938 h 2606339"/>
              <a:gd name="csX5" fmla="*/ 1481966 w 3089588"/>
              <a:gd name="csY5" fmla="*/ 84738 h 2606339"/>
              <a:gd name="csX6" fmla="*/ 3044066 w 3089588"/>
              <a:gd name="csY6" fmla="*/ 1024538 h 2606339"/>
              <a:gd name="csX7" fmla="*/ 2574166 w 3089588"/>
              <a:gd name="csY7" fmla="*/ 2027838 h 2606339"/>
              <a:gd name="csX8" fmla="*/ 1558166 w 3089588"/>
              <a:gd name="csY8" fmla="*/ 2205638 h 26063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089588" h="2606339">
                <a:moveTo>
                  <a:pt x="1558166" y="2205638"/>
                </a:moveTo>
                <a:cubicBezTo>
                  <a:pt x="1251250" y="2300888"/>
                  <a:pt x="946449" y="2660721"/>
                  <a:pt x="732666" y="2599338"/>
                </a:cubicBezTo>
                <a:cubicBezTo>
                  <a:pt x="518883" y="2537955"/>
                  <a:pt x="396116" y="2084988"/>
                  <a:pt x="275466" y="1837338"/>
                </a:cubicBezTo>
                <a:cubicBezTo>
                  <a:pt x="154816" y="1589688"/>
                  <a:pt x="-44151" y="1392838"/>
                  <a:pt x="8766" y="1113438"/>
                </a:cubicBezTo>
                <a:cubicBezTo>
                  <a:pt x="61683" y="834038"/>
                  <a:pt x="347433" y="332388"/>
                  <a:pt x="592966" y="160938"/>
                </a:cubicBezTo>
                <a:cubicBezTo>
                  <a:pt x="838499" y="-10512"/>
                  <a:pt x="1073449" y="-59195"/>
                  <a:pt x="1481966" y="84738"/>
                </a:cubicBezTo>
                <a:cubicBezTo>
                  <a:pt x="1890483" y="228671"/>
                  <a:pt x="2862033" y="700688"/>
                  <a:pt x="3044066" y="1024538"/>
                </a:cubicBezTo>
                <a:cubicBezTo>
                  <a:pt x="3226099" y="1348388"/>
                  <a:pt x="2819699" y="1828871"/>
                  <a:pt x="2574166" y="2027838"/>
                </a:cubicBezTo>
                <a:cubicBezTo>
                  <a:pt x="2328633" y="2226805"/>
                  <a:pt x="1865082" y="2110388"/>
                  <a:pt x="1558166" y="2205638"/>
                </a:cubicBezTo>
                <a:close/>
              </a:path>
            </a:pathLst>
          </a:custGeom>
          <a:solidFill>
            <a:srgbClr val="FFEBEB">
              <a:alpha val="6732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84B31E2F-186C-BC74-28C2-534A2713A45F}"/>
              </a:ext>
            </a:extLst>
          </p:cNvPr>
          <p:cNvSpPr/>
          <p:nvPr/>
        </p:nvSpPr>
        <p:spPr>
          <a:xfrm>
            <a:off x="6590428" y="3291296"/>
            <a:ext cx="3474901" cy="2618880"/>
          </a:xfrm>
          <a:custGeom>
            <a:avLst/>
            <a:gdLst>
              <a:gd name="csX0" fmla="*/ 763258 w 3474901"/>
              <a:gd name="csY0" fmla="*/ 1086993 h 2618880"/>
              <a:gd name="csX1" fmla="*/ 2363458 w 3474901"/>
              <a:gd name="csY1" fmla="*/ 7493 h 2618880"/>
              <a:gd name="csX2" fmla="*/ 3227058 w 3474901"/>
              <a:gd name="csY2" fmla="*/ 667893 h 2618880"/>
              <a:gd name="csX3" fmla="*/ 3442958 w 3474901"/>
              <a:gd name="csY3" fmla="*/ 1785493 h 2618880"/>
              <a:gd name="csX4" fmla="*/ 2655558 w 3474901"/>
              <a:gd name="csY4" fmla="*/ 2496693 h 2618880"/>
              <a:gd name="csX5" fmla="*/ 1385558 w 3474901"/>
              <a:gd name="csY5" fmla="*/ 2610993 h 2618880"/>
              <a:gd name="csX6" fmla="*/ 77458 w 3474901"/>
              <a:gd name="csY6" fmla="*/ 2407793 h 2618880"/>
              <a:gd name="csX7" fmla="*/ 217158 w 3474901"/>
              <a:gd name="csY7" fmla="*/ 1645793 h 2618880"/>
              <a:gd name="csX8" fmla="*/ 763258 w 3474901"/>
              <a:gd name="csY8" fmla="*/ 1086993 h 2618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474901" h="2618880">
                <a:moveTo>
                  <a:pt x="763258" y="1086993"/>
                </a:moveTo>
                <a:cubicBezTo>
                  <a:pt x="1120975" y="813943"/>
                  <a:pt x="1952825" y="77343"/>
                  <a:pt x="2363458" y="7493"/>
                </a:cubicBezTo>
                <a:cubicBezTo>
                  <a:pt x="2774091" y="-62357"/>
                  <a:pt x="3047141" y="371560"/>
                  <a:pt x="3227058" y="667893"/>
                </a:cubicBezTo>
                <a:cubicBezTo>
                  <a:pt x="3406975" y="964226"/>
                  <a:pt x="3538208" y="1480693"/>
                  <a:pt x="3442958" y="1785493"/>
                </a:cubicBezTo>
                <a:cubicBezTo>
                  <a:pt x="3347708" y="2090293"/>
                  <a:pt x="2998458" y="2359110"/>
                  <a:pt x="2655558" y="2496693"/>
                </a:cubicBezTo>
                <a:cubicBezTo>
                  <a:pt x="2312658" y="2634276"/>
                  <a:pt x="1815241" y="2625810"/>
                  <a:pt x="1385558" y="2610993"/>
                </a:cubicBezTo>
                <a:cubicBezTo>
                  <a:pt x="955875" y="2596176"/>
                  <a:pt x="272191" y="2568660"/>
                  <a:pt x="77458" y="2407793"/>
                </a:cubicBezTo>
                <a:cubicBezTo>
                  <a:pt x="-117275" y="2246926"/>
                  <a:pt x="102858" y="1872276"/>
                  <a:pt x="217158" y="1645793"/>
                </a:cubicBezTo>
                <a:cubicBezTo>
                  <a:pt x="331458" y="1419310"/>
                  <a:pt x="405541" y="1360043"/>
                  <a:pt x="763258" y="1086993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6732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0111A723-4512-30C7-D976-FA1D32DCAEA4}"/>
              </a:ext>
            </a:extLst>
          </p:cNvPr>
          <p:cNvSpPr/>
          <p:nvPr/>
        </p:nvSpPr>
        <p:spPr>
          <a:xfrm>
            <a:off x="1612580" y="829323"/>
            <a:ext cx="2728359" cy="2934546"/>
          </a:xfrm>
          <a:custGeom>
            <a:avLst/>
            <a:gdLst>
              <a:gd name="csX0" fmla="*/ 68262 w 614362"/>
              <a:gd name="csY0" fmla="*/ 2032 h 630344"/>
              <a:gd name="csX1" fmla="*/ 614362 w 614362"/>
              <a:gd name="csY1" fmla="*/ 421132 h 630344"/>
              <a:gd name="csX2" fmla="*/ 68262 w 614362"/>
              <a:gd name="csY2" fmla="*/ 611632 h 630344"/>
              <a:gd name="csX3" fmla="*/ 68262 w 614362"/>
              <a:gd name="csY3" fmla="*/ 2032 h 6303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14362" h="630344">
                <a:moveTo>
                  <a:pt x="68262" y="2032"/>
                </a:moveTo>
                <a:cubicBezTo>
                  <a:pt x="159279" y="-29718"/>
                  <a:pt x="614362" y="319532"/>
                  <a:pt x="614362" y="421132"/>
                </a:cubicBezTo>
                <a:cubicBezTo>
                  <a:pt x="614362" y="522732"/>
                  <a:pt x="159279" y="685715"/>
                  <a:pt x="68262" y="611632"/>
                </a:cubicBezTo>
                <a:cubicBezTo>
                  <a:pt x="-22755" y="537549"/>
                  <a:pt x="-22755" y="33782"/>
                  <a:pt x="68262" y="2032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6732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60984D-D671-9A2A-2E29-630AFBFE9C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5104" b="75270"/>
          <a:stretch>
            <a:fillRect/>
          </a:stretch>
        </p:blipFill>
        <p:spPr>
          <a:xfrm>
            <a:off x="3198578" y="4760811"/>
            <a:ext cx="411854" cy="3891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036DD4-919E-606D-4C06-FF6DB71866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6145" b="75270"/>
          <a:stretch>
            <a:fillRect/>
          </a:stretch>
        </p:blipFill>
        <p:spPr>
          <a:xfrm>
            <a:off x="3668373" y="5572489"/>
            <a:ext cx="334450" cy="3257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ACA5D0-996E-22F4-EFD9-48F45C2EC29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663" r="67388" b="75085"/>
          <a:stretch>
            <a:fillRect/>
          </a:stretch>
        </p:blipFill>
        <p:spPr>
          <a:xfrm>
            <a:off x="4911001" y="4944771"/>
            <a:ext cx="384897" cy="4339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A48566-C3E7-FCB4-2D13-4F8306A59B7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2944" r="67388" b="75000"/>
          <a:stretch>
            <a:fillRect/>
          </a:stretch>
        </p:blipFill>
        <p:spPr>
          <a:xfrm>
            <a:off x="1955715" y="2764566"/>
            <a:ext cx="384901" cy="439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2B3F09-1852-C394-F136-75BADF4EEC4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66145" b="74349"/>
          <a:stretch>
            <a:fillRect/>
          </a:stretch>
        </p:blipFill>
        <p:spPr>
          <a:xfrm>
            <a:off x="8413960" y="1314082"/>
            <a:ext cx="334450" cy="3378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D47F31-3177-823D-23CA-79A720E4B5C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" r="67390" b="75000"/>
          <a:stretch>
            <a:fillRect/>
          </a:stretch>
        </p:blipFill>
        <p:spPr>
          <a:xfrm>
            <a:off x="7931451" y="4507965"/>
            <a:ext cx="322172" cy="329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3AD1DD-0B3C-0E4F-321E-5024E409A3E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66145" b="73234"/>
          <a:stretch>
            <a:fillRect/>
          </a:stretch>
        </p:blipFill>
        <p:spPr>
          <a:xfrm>
            <a:off x="7693899" y="1858809"/>
            <a:ext cx="399566" cy="4212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0153BB-2226-41D3-D4F1-3B928BDEADE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67388" b="72265"/>
          <a:stretch>
            <a:fillRect/>
          </a:stretch>
        </p:blipFill>
        <p:spPr>
          <a:xfrm>
            <a:off x="2322671" y="1795681"/>
            <a:ext cx="322172" cy="3653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120601-8DEE-72DE-6A2E-E5BF8040BB9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66145" b="75270"/>
          <a:stretch>
            <a:fillRect/>
          </a:stretch>
        </p:blipFill>
        <p:spPr>
          <a:xfrm>
            <a:off x="6059721" y="2363513"/>
            <a:ext cx="334450" cy="3257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D22F9D-069A-5F46-309C-36734E3E5AB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66145" b="73234"/>
          <a:stretch>
            <a:fillRect/>
          </a:stretch>
        </p:blipFill>
        <p:spPr>
          <a:xfrm>
            <a:off x="5147583" y="1436785"/>
            <a:ext cx="399566" cy="4212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39222F-9C62-180B-D7B2-1C204035828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" r="67387" b="72265"/>
          <a:stretch>
            <a:fillRect/>
          </a:stretch>
        </p:blipFill>
        <p:spPr>
          <a:xfrm>
            <a:off x="9973874" y="2186354"/>
            <a:ext cx="384901" cy="4364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E04994A-AC0A-DC8B-E473-A3F015F1367C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-1" r="66416" b="74138"/>
          <a:stretch>
            <a:fillRect/>
          </a:stretch>
        </p:blipFill>
        <p:spPr>
          <a:xfrm>
            <a:off x="8608628" y="3944854"/>
            <a:ext cx="320708" cy="3292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70FCC2-A3B5-4A54-3B21-11D73429546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66145" b="75270"/>
          <a:stretch>
            <a:fillRect/>
          </a:stretch>
        </p:blipFill>
        <p:spPr>
          <a:xfrm>
            <a:off x="4909544" y="2396645"/>
            <a:ext cx="334450" cy="3257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4BB696-CE5B-3715-D39A-AF0CFC47A5B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" r="67390" b="75000"/>
          <a:stretch>
            <a:fillRect/>
          </a:stretch>
        </p:blipFill>
        <p:spPr>
          <a:xfrm>
            <a:off x="8642650" y="5142354"/>
            <a:ext cx="384897" cy="3934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76F3D02-B0EB-4343-E1C7-78FB8A16C500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-1" r="66416" b="74138"/>
          <a:stretch>
            <a:fillRect/>
          </a:stretch>
        </p:blipFill>
        <p:spPr>
          <a:xfrm>
            <a:off x="7148127" y="5125340"/>
            <a:ext cx="383149" cy="39341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47A1F95-BB30-4874-6E76-626FE8643F4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" r="67387" b="72265"/>
          <a:stretch>
            <a:fillRect/>
          </a:stretch>
        </p:blipFill>
        <p:spPr>
          <a:xfrm>
            <a:off x="9503974" y="1190681"/>
            <a:ext cx="322174" cy="36531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4019A9F-D283-FA0E-9D6E-F8D29B52C0A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67388" b="72265"/>
          <a:stretch>
            <a:fillRect/>
          </a:stretch>
        </p:blipFill>
        <p:spPr>
          <a:xfrm>
            <a:off x="2988445" y="2925981"/>
            <a:ext cx="322172" cy="36531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294B2AB-C55C-2A5B-7621-7728CC3F7F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6145" b="75270"/>
          <a:stretch>
            <a:fillRect/>
          </a:stretch>
        </p:blipFill>
        <p:spPr>
          <a:xfrm>
            <a:off x="4163673" y="4315189"/>
            <a:ext cx="334450" cy="325738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C44A002-BF91-09EB-3CA1-929F9CD83115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>
          <a:xfrm>
            <a:off x="7531276" y="5322047"/>
            <a:ext cx="1111374" cy="17013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DE222EA-C825-80F6-9FB6-D8947B6CCE21}"/>
              </a:ext>
            </a:extLst>
          </p:cNvPr>
          <p:cNvCxnSpPr>
            <a:cxnSpLocks/>
            <a:stCxn id="10" idx="3"/>
            <a:endCxn id="19" idx="0"/>
          </p:cNvCxnSpPr>
          <p:nvPr/>
        </p:nvCxnSpPr>
        <p:spPr>
          <a:xfrm>
            <a:off x="8253623" y="4672615"/>
            <a:ext cx="581476" cy="469739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BB7EBC4-9557-7656-8DBA-2A5183144433}"/>
              </a:ext>
            </a:extLst>
          </p:cNvPr>
          <p:cNvCxnSpPr>
            <a:cxnSpLocks/>
            <a:stCxn id="17" idx="1"/>
            <a:endCxn id="10" idx="0"/>
          </p:cNvCxnSpPr>
          <p:nvPr/>
        </p:nvCxnSpPr>
        <p:spPr>
          <a:xfrm flipH="1">
            <a:off x="8092537" y="4109504"/>
            <a:ext cx="516091" cy="398461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C29468E-C506-E0F9-2C9A-0C021AFD082F}"/>
              </a:ext>
            </a:extLst>
          </p:cNvPr>
          <p:cNvCxnSpPr>
            <a:cxnSpLocks/>
            <a:stCxn id="21" idx="1"/>
            <a:endCxn id="8" idx="3"/>
          </p:cNvCxnSpPr>
          <p:nvPr/>
        </p:nvCxnSpPr>
        <p:spPr>
          <a:xfrm flipH="1">
            <a:off x="8748410" y="1373340"/>
            <a:ext cx="755564" cy="109680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FA7637A-9F93-54F1-9465-0F7A24FADDB0}"/>
              </a:ext>
            </a:extLst>
          </p:cNvPr>
          <p:cNvCxnSpPr>
            <a:cxnSpLocks/>
            <a:stCxn id="11" idx="0"/>
            <a:endCxn id="8" idx="1"/>
          </p:cNvCxnSpPr>
          <p:nvPr/>
        </p:nvCxnSpPr>
        <p:spPr>
          <a:xfrm flipV="1">
            <a:off x="7893682" y="1483020"/>
            <a:ext cx="520278" cy="375789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CA3481F-3AF9-98A1-778F-5E6001B5CA11}"/>
              </a:ext>
            </a:extLst>
          </p:cNvPr>
          <p:cNvCxnSpPr>
            <a:cxnSpLocks/>
          </p:cNvCxnSpPr>
          <p:nvPr/>
        </p:nvCxnSpPr>
        <p:spPr>
          <a:xfrm>
            <a:off x="8533750" y="1864685"/>
            <a:ext cx="1440124" cy="296282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" name="Picture 74">
            <a:extLst>
              <a:ext uri="{FF2B5EF4-FFF2-40B4-BE49-F238E27FC236}">
                <a16:creationId xmlns:a16="http://schemas.microsoft.com/office/drawing/2014/main" id="{716814C7-72A4-E603-674B-54678B2E093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flipV="1">
            <a:off x="6320477" y="2648543"/>
            <a:ext cx="929542" cy="601862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9AD56B1D-9D3F-1B35-2EAC-4AC7AE17464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36970" y="3085848"/>
            <a:ext cx="568691" cy="631879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7EA6ABAA-2879-6420-855B-A3A5E58B649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16152" y="1102950"/>
            <a:ext cx="929542" cy="601862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9579BE7D-8E3B-C781-3C02-0B128F8D6EF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38053" y="3361918"/>
            <a:ext cx="568691" cy="631879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6DB00A7F-1693-BD06-E64C-4BD0A36702A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flipV="1">
            <a:off x="8204856" y="2418191"/>
            <a:ext cx="568691" cy="631879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787BCC09-C314-6609-BDF8-133BC8E3E970}"/>
              </a:ext>
            </a:extLst>
          </p:cNvPr>
          <p:cNvSpPr txBox="1"/>
          <p:nvPr/>
        </p:nvSpPr>
        <p:spPr>
          <a:xfrm>
            <a:off x="3090236" y="1191328"/>
            <a:ext cx="7505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sz="2000" dirty="0"/>
              <a:t>🤝 🥰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ACED5D8-746A-BF51-9FF9-1F7DDB1A1E78}"/>
              </a:ext>
            </a:extLst>
          </p:cNvPr>
          <p:cNvSpPr txBox="1"/>
          <p:nvPr/>
        </p:nvSpPr>
        <p:spPr>
          <a:xfrm>
            <a:off x="6522186" y="2839914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sz="2000" dirty="0"/>
              <a:t>🏡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51D807B-5BA0-4EA0-ACFA-923576A5CE8C}"/>
              </a:ext>
            </a:extLst>
          </p:cNvPr>
          <p:cNvSpPr txBox="1"/>
          <p:nvPr/>
        </p:nvSpPr>
        <p:spPr>
          <a:xfrm>
            <a:off x="4795756" y="347578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sz="2000" dirty="0"/>
              <a:t>💰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1A380EF-10CE-5C05-1A87-EA498302DD2E}"/>
              </a:ext>
            </a:extLst>
          </p:cNvPr>
          <p:cNvSpPr txBox="1"/>
          <p:nvPr/>
        </p:nvSpPr>
        <p:spPr>
          <a:xfrm>
            <a:off x="8248078" y="263208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sz="2000" dirty="0"/>
              <a:t>💻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37AEFDE-5587-4006-9259-B059954CBD6A}"/>
              </a:ext>
            </a:extLst>
          </p:cNvPr>
          <p:cNvSpPr txBox="1"/>
          <p:nvPr/>
        </p:nvSpPr>
        <p:spPr>
          <a:xfrm>
            <a:off x="9385152" y="318177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W" sz="2000" dirty="0"/>
              <a:t>🏡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585E036-BB42-D86B-6696-A06B9495E90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2944" r="67388" b="75000"/>
          <a:stretch>
            <a:fillRect/>
          </a:stretch>
        </p:blipFill>
        <p:spPr>
          <a:xfrm>
            <a:off x="2450315" y="2579036"/>
            <a:ext cx="384901" cy="43973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499757C1-A8F6-A72F-6272-6F8127A10A1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67388" b="72265"/>
          <a:stretch>
            <a:fillRect/>
          </a:stretch>
        </p:blipFill>
        <p:spPr>
          <a:xfrm>
            <a:off x="3452271" y="2740451"/>
            <a:ext cx="322172" cy="365316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B848BC-0EB0-01F0-1DD7-6AEEBC8E994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67388" b="72265"/>
          <a:stretch>
            <a:fillRect/>
          </a:stretch>
        </p:blipFill>
        <p:spPr>
          <a:xfrm>
            <a:off x="2948689" y="1680276"/>
            <a:ext cx="322172" cy="365316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C9C93EB9-A9C3-DCA4-EF1A-F266E812DDA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2944" r="67388" b="75000"/>
          <a:stretch>
            <a:fillRect/>
          </a:stretch>
        </p:blipFill>
        <p:spPr>
          <a:xfrm>
            <a:off x="2410559" y="1333331"/>
            <a:ext cx="384901" cy="439732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09F650ED-77D2-2090-9DB1-6BB5DAAACA4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67388" b="72265"/>
          <a:stretch>
            <a:fillRect/>
          </a:stretch>
        </p:blipFill>
        <p:spPr>
          <a:xfrm>
            <a:off x="3359506" y="2356137"/>
            <a:ext cx="322172" cy="365316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108070D1-E0A1-ACAE-4FB3-518CAA78849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2944" r="67388" b="75000"/>
          <a:stretch>
            <a:fillRect/>
          </a:stretch>
        </p:blipFill>
        <p:spPr>
          <a:xfrm>
            <a:off x="2821376" y="2009192"/>
            <a:ext cx="384901" cy="439732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BEE21FD5-3905-1297-077E-8AA6421536C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2944" r="67388" b="75000"/>
          <a:stretch>
            <a:fillRect/>
          </a:stretch>
        </p:blipFill>
        <p:spPr>
          <a:xfrm>
            <a:off x="1761202" y="2035696"/>
            <a:ext cx="384901" cy="43973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3059807C-920B-2F60-0A92-650D8B76FB0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66145" b="75270"/>
          <a:stretch>
            <a:fillRect/>
          </a:stretch>
        </p:blipFill>
        <p:spPr>
          <a:xfrm>
            <a:off x="6152487" y="1634645"/>
            <a:ext cx="334450" cy="325738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A1D51878-51D2-B561-59E0-24C0416CDCB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66145" b="73234"/>
          <a:stretch>
            <a:fillRect/>
          </a:stretch>
        </p:blipFill>
        <p:spPr>
          <a:xfrm>
            <a:off x="5412626" y="827185"/>
            <a:ext cx="399566" cy="421213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5717AA46-3427-FFFF-497E-E835C3B730D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66145" b="75270"/>
          <a:stretch>
            <a:fillRect/>
          </a:stretch>
        </p:blipFill>
        <p:spPr>
          <a:xfrm>
            <a:off x="5549511" y="2648435"/>
            <a:ext cx="334450" cy="325738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C34FB264-1218-D02A-AE7C-6260A1E59A9B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66145" b="73234"/>
          <a:stretch>
            <a:fillRect/>
          </a:stretch>
        </p:blipFill>
        <p:spPr>
          <a:xfrm>
            <a:off x="4809650" y="1840975"/>
            <a:ext cx="399566" cy="421213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731E1ACA-00F7-CB1B-A3AE-6663E098200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66145" b="75270"/>
          <a:stretch>
            <a:fillRect/>
          </a:stretch>
        </p:blipFill>
        <p:spPr>
          <a:xfrm>
            <a:off x="5772747" y="1428318"/>
            <a:ext cx="334450" cy="325738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6F4D8F1C-F5DE-3A7C-92C7-44F46D1C07FA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66145" b="73234"/>
          <a:stretch>
            <a:fillRect/>
          </a:stretch>
        </p:blipFill>
        <p:spPr>
          <a:xfrm>
            <a:off x="5842780" y="996027"/>
            <a:ext cx="399566" cy="421213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B1583A44-B546-AA58-9EEE-2A6567F5D9D0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66145" b="73234"/>
          <a:stretch>
            <a:fillRect/>
          </a:stretch>
        </p:blipFill>
        <p:spPr>
          <a:xfrm>
            <a:off x="5399504" y="2021679"/>
            <a:ext cx="399566" cy="421213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4A4DE27D-CE4E-FD23-DFAA-F145A67E814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66145" b="74349"/>
          <a:stretch>
            <a:fillRect/>
          </a:stretch>
        </p:blipFill>
        <p:spPr>
          <a:xfrm>
            <a:off x="8493473" y="744239"/>
            <a:ext cx="334450" cy="337876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39436851-3942-65B3-7824-9F9AAE83FD7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66145" b="73234"/>
          <a:stretch>
            <a:fillRect/>
          </a:stretch>
        </p:blipFill>
        <p:spPr>
          <a:xfrm>
            <a:off x="7773412" y="1288966"/>
            <a:ext cx="399566" cy="421211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A34C5DDA-6A4D-3459-A8B2-2FD925A5536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" r="67387" b="72265"/>
          <a:stretch>
            <a:fillRect/>
          </a:stretch>
        </p:blipFill>
        <p:spPr>
          <a:xfrm>
            <a:off x="10053387" y="1616511"/>
            <a:ext cx="384901" cy="436444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06C57A22-A6CF-7A91-9F77-BD02B4E7DBB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" r="67387" b="72265"/>
          <a:stretch>
            <a:fillRect/>
          </a:stretch>
        </p:blipFill>
        <p:spPr>
          <a:xfrm>
            <a:off x="9583487" y="620838"/>
            <a:ext cx="322174" cy="365317"/>
          </a:xfrm>
          <a:prstGeom prst="rect">
            <a:avLst/>
          </a:prstGeom>
        </p:spPr>
      </p:pic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1EA48FA-34F8-D084-029E-88F11E95646F}"/>
              </a:ext>
            </a:extLst>
          </p:cNvPr>
          <p:cNvCxnSpPr>
            <a:cxnSpLocks/>
            <a:stCxn id="92" idx="1"/>
            <a:endCxn id="83" idx="3"/>
          </p:cNvCxnSpPr>
          <p:nvPr/>
        </p:nvCxnSpPr>
        <p:spPr>
          <a:xfrm flipH="1">
            <a:off x="8827923" y="803497"/>
            <a:ext cx="755564" cy="109680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5FB9FA7D-8B94-B874-266B-D06C3BFF8ADE}"/>
              </a:ext>
            </a:extLst>
          </p:cNvPr>
          <p:cNvCxnSpPr>
            <a:cxnSpLocks/>
            <a:stCxn id="84" idx="0"/>
            <a:endCxn id="83" idx="1"/>
          </p:cNvCxnSpPr>
          <p:nvPr/>
        </p:nvCxnSpPr>
        <p:spPr>
          <a:xfrm flipV="1">
            <a:off x="7973195" y="913177"/>
            <a:ext cx="520278" cy="375789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6BD848E-280D-3822-1F72-AB6A350C1740}"/>
              </a:ext>
            </a:extLst>
          </p:cNvPr>
          <p:cNvCxnSpPr>
            <a:cxnSpLocks/>
          </p:cNvCxnSpPr>
          <p:nvPr/>
        </p:nvCxnSpPr>
        <p:spPr>
          <a:xfrm>
            <a:off x="8613263" y="1294842"/>
            <a:ext cx="1440124" cy="296282"/>
          </a:xfrm>
          <a:prstGeom prst="line">
            <a:avLst/>
          </a:prstGeom>
          <a:ln cap="rnd"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0" name="Picture 99">
            <a:extLst>
              <a:ext uri="{FF2B5EF4-FFF2-40B4-BE49-F238E27FC236}">
                <a16:creationId xmlns:a16="http://schemas.microsoft.com/office/drawing/2014/main" id="{B43774BA-CCCB-595F-E555-2485476EBEC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66145" b="74349"/>
          <a:stretch>
            <a:fillRect/>
          </a:stretch>
        </p:blipFill>
        <p:spPr>
          <a:xfrm>
            <a:off x="9331216" y="1633551"/>
            <a:ext cx="334450" cy="337876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CBE08530-5689-E8D2-C0C1-B26DAFA57C4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66145" b="73234"/>
          <a:stretch>
            <a:fillRect/>
          </a:stretch>
        </p:blipFill>
        <p:spPr>
          <a:xfrm>
            <a:off x="8567024" y="1827059"/>
            <a:ext cx="399566" cy="421211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722B2CDA-2F62-9FA4-F7A8-40EB2BDF801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" r="67390" b="75000"/>
          <a:stretch>
            <a:fillRect/>
          </a:stretch>
        </p:blipFill>
        <p:spPr>
          <a:xfrm>
            <a:off x="8810926" y="4304765"/>
            <a:ext cx="322172" cy="329300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5021B35B-0490-4476-1168-2E959AAC9DCB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-1" r="66416" b="74138"/>
          <a:stretch>
            <a:fillRect/>
          </a:stretch>
        </p:blipFill>
        <p:spPr>
          <a:xfrm>
            <a:off x="9488103" y="3741654"/>
            <a:ext cx="320708" cy="329299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E869A978-109D-A170-7AD7-F445F34621A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" r="67390" b="75000"/>
          <a:stretch>
            <a:fillRect/>
          </a:stretch>
        </p:blipFill>
        <p:spPr>
          <a:xfrm>
            <a:off x="9522125" y="4939154"/>
            <a:ext cx="384897" cy="393412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200DD5F3-1C59-53A8-F1F0-A53057C43AD1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-1" r="66416" b="74138"/>
          <a:stretch>
            <a:fillRect/>
          </a:stretch>
        </p:blipFill>
        <p:spPr>
          <a:xfrm>
            <a:off x="8027602" y="4922140"/>
            <a:ext cx="383149" cy="393413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DC11AE34-20A3-5D4A-A322-5003CB3CFCF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" r="67390" b="75000"/>
          <a:stretch>
            <a:fillRect/>
          </a:stretch>
        </p:blipFill>
        <p:spPr>
          <a:xfrm>
            <a:off x="8903000" y="4669279"/>
            <a:ext cx="384897" cy="393412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F578474D-7EC2-4CC5-B260-F0D1A1DDCEAF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-1" r="66416" b="74138"/>
          <a:stretch>
            <a:fillRect/>
          </a:stretch>
        </p:blipFill>
        <p:spPr>
          <a:xfrm>
            <a:off x="7408477" y="4652265"/>
            <a:ext cx="383149" cy="393413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9E8469E9-88AD-B6E7-FC7C-759A7A35F9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5104" b="75270"/>
          <a:stretch>
            <a:fillRect/>
          </a:stretch>
        </p:blipFill>
        <p:spPr>
          <a:xfrm>
            <a:off x="3881203" y="4605236"/>
            <a:ext cx="411854" cy="389157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A8333757-06B6-F8DC-9BF6-50E515CF81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833" t="-7289" r="66144" b="75271"/>
          <a:stretch>
            <a:fillRect/>
          </a:stretch>
        </p:blipFill>
        <p:spPr>
          <a:xfrm>
            <a:off x="4326325" y="5320925"/>
            <a:ext cx="372325" cy="421727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77502C71-ACA2-FFBC-1F83-FDF50940754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7388" b="75084"/>
          <a:stretch>
            <a:fillRect/>
          </a:stretch>
        </p:blipFill>
        <p:spPr>
          <a:xfrm>
            <a:off x="5593626" y="4831087"/>
            <a:ext cx="384897" cy="392081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01E2310C-F1EE-9C57-70CB-B02C2A6EE0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6145" b="75270"/>
          <a:stretch>
            <a:fillRect/>
          </a:stretch>
        </p:blipFill>
        <p:spPr>
          <a:xfrm>
            <a:off x="4846298" y="4159614"/>
            <a:ext cx="334450" cy="325738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FE0E954C-174F-6EEC-3F40-324B6F04B5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6145" b="75270"/>
          <a:stretch>
            <a:fillRect/>
          </a:stretch>
        </p:blipFill>
        <p:spPr>
          <a:xfrm>
            <a:off x="4366873" y="3937364"/>
            <a:ext cx="334450" cy="325738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9AAB3113-F2C2-DD4A-13D8-50F596BAF88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7388" b="75084"/>
          <a:stretch>
            <a:fillRect/>
          </a:stretch>
        </p:blipFill>
        <p:spPr>
          <a:xfrm>
            <a:off x="5339626" y="4567562"/>
            <a:ext cx="384897" cy="39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951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E74F4D4-FC89-80ED-9C56-0049763E6ADB}"/>
              </a:ext>
            </a:extLst>
          </p:cNvPr>
          <p:cNvGrpSpPr/>
          <p:nvPr/>
        </p:nvGrpSpPr>
        <p:grpSpPr>
          <a:xfrm>
            <a:off x="2042874" y="1935990"/>
            <a:ext cx="3324919" cy="1191476"/>
            <a:chOff x="3043301" y="1843403"/>
            <a:chExt cx="3324919" cy="1191476"/>
          </a:xfrm>
        </p:grpSpPr>
        <p:grpSp>
          <p:nvGrpSpPr>
            <p:cNvPr id="7" name="群組 151">
              <a:extLst>
                <a:ext uri="{FF2B5EF4-FFF2-40B4-BE49-F238E27FC236}">
                  <a16:creationId xmlns:a16="http://schemas.microsoft.com/office/drawing/2014/main" id="{48EA8356-170B-996C-061F-20780030722F}"/>
                </a:ext>
              </a:extLst>
            </p:cNvPr>
            <p:cNvGrpSpPr/>
            <p:nvPr/>
          </p:nvGrpSpPr>
          <p:grpSpPr>
            <a:xfrm>
              <a:off x="5614441" y="1943113"/>
              <a:ext cx="753779" cy="658720"/>
              <a:chOff x="2838095" y="4153582"/>
              <a:chExt cx="1169633" cy="1022135"/>
            </a:xfrm>
          </p:grpSpPr>
          <p:cxnSp>
            <p:nvCxnSpPr>
              <p:cNvPr id="39" name="直線箭頭接點 116">
                <a:extLst>
                  <a:ext uri="{FF2B5EF4-FFF2-40B4-BE49-F238E27FC236}">
                    <a16:creationId xmlns:a16="http://schemas.microsoft.com/office/drawing/2014/main" id="{13649DD4-9452-7C27-1593-774BF3C27A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095" y="4619812"/>
                <a:ext cx="1169633" cy="0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線箭頭接點 119">
                <a:extLst>
                  <a:ext uri="{FF2B5EF4-FFF2-40B4-BE49-F238E27FC236}">
                    <a16:creationId xmlns:a16="http://schemas.microsoft.com/office/drawing/2014/main" id="{8A7907A7-5725-F754-38AF-6510049C9860}"/>
                  </a:ext>
                </a:extLst>
              </p:cNvPr>
              <p:cNvCxnSpPr>
                <a:cxnSpLocks/>
                <a:endCxn id="42" idx="2"/>
              </p:cNvCxnSpPr>
              <p:nvPr/>
            </p:nvCxnSpPr>
            <p:spPr>
              <a:xfrm flipH="1" flipV="1">
                <a:off x="3414928" y="4631159"/>
                <a:ext cx="2" cy="544558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文字方塊 120">
                <a:extLst>
                  <a:ext uri="{FF2B5EF4-FFF2-40B4-BE49-F238E27FC236}">
                    <a16:creationId xmlns:a16="http://schemas.microsoft.com/office/drawing/2014/main" id="{70D2F21D-60C6-D9A9-0A4B-A2EEA7252542}"/>
                  </a:ext>
                </a:extLst>
              </p:cNvPr>
              <p:cNvSpPr txBox="1"/>
              <p:nvPr/>
            </p:nvSpPr>
            <p:spPr>
              <a:xfrm>
                <a:off x="3180866" y="4153582"/>
                <a:ext cx="468124" cy="4775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400" dirty="0">
                    <a:solidFill>
                      <a:srgbClr val="C00000"/>
                    </a:solidFill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+</a:t>
                </a:r>
                <a:endParaRPr kumimoji="1" lang="zh-TW" altLang="en-US" sz="1400" dirty="0">
                  <a:solidFill>
                    <a:srgbClr val="C00000"/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文字方塊 120">
                <a:extLst>
                  <a:ext uri="{FF2B5EF4-FFF2-40B4-BE49-F238E27FC236}">
                    <a16:creationId xmlns:a16="http://schemas.microsoft.com/office/drawing/2014/main" id="{2D2793CE-EFDF-0346-828D-522D4DECE2F4}"/>
                  </a:ext>
                </a:extLst>
              </p:cNvPr>
              <p:cNvSpPr txBox="1"/>
              <p:nvPr/>
            </p:nvSpPr>
            <p:spPr>
              <a:xfrm>
                <a:off x="3404100" y="4647680"/>
                <a:ext cx="495483" cy="5253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600" dirty="0">
                    <a:solidFill>
                      <a:srgbClr val="C00000"/>
                    </a:solidFill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+</a:t>
                </a:r>
                <a:endParaRPr kumimoji="1" lang="zh-TW" altLang="en-US" sz="1600" dirty="0">
                  <a:solidFill>
                    <a:srgbClr val="C00000"/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E297B98-74EA-7B1B-4A89-ED2819BDE088}"/>
                </a:ext>
              </a:extLst>
            </p:cNvPr>
            <p:cNvGrpSpPr/>
            <p:nvPr/>
          </p:nvGrpSpPr>
          <p:grpSpPr>
            <a:xfrm rot="20852940">
              <a:off x="3043301" y="1843403"/>
              <a:ext cx="1612271" cy="1191476"/>
              <a:chOff x="644968" y="1308181"/>
              <a:chExt cx="1612271" cy="1191476"/>
            </a:xfrm>
          </p:grpSpPr>
          <p:sp>
            <p:nvSpPr>
              <p:cNvPr id="9" name="橢圓 20">
                <a:extLst>
                  <a:ext uri="{FF2B5EF4-FFF2-40B4-BE49-F238E27FC236}">
                    <a16:creationId xmlns:a16="http://schemas.microsoft.com/office/drawing/2014/main" id="{AD8EF2E4-4F9B-08D3-ACA4-DC90195A17C4}"/>
                  </a:ext>
                </a:extLst>
              </p:cNvPr>
              <p:cNvSpPr/>
              <p:nvPr/>
            </p:nvSpPr>
            <p:spPr>
              <a:xfrm rot="10499338">
                <a:off x="2134720" y="1761652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橢圓 21">
                <a:extLst>
                  <a:ext uri="{FF2B5EF4-FFF2-40B4-BE49-F238E27FC236}">
                    <a16:creationId xmlns:a16="http://schemas.microsoft.com/office/drawing/2014/main" id="{5AE808FB-0BA3-49A0-D5B0-2CEB11F1C371}"/>
                  </a:ext>
                </a:extLst>
              </p:cNvPr>
              <p:cNvSpPr/>
              <p:nvPr/>
            </p:nvSpPr>
            <p:spPr>
              <a:xfrm rot="13229073">
                <a:off x="2073085" y="1481248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橢圓 22">
                <a:extLst>
                  <a:ext uri="{FF2B5EF4-FFF2-40B4-BE49-F238E27FC236}">
                    <a16:creationId xmlns:a16="http://schemas.microsoft.com/office/drawing/2014/main" id="{BFAE4873-40F0-763B-E5E4-4B485C8728AF}"/>
                  </a:ext>
                </a:extLst>
              </p:cNvPr>
              <p:cNvSpPr/>
              <p:nvPr/>
            </p:nvSpPr>
            <p:spPr>
              <a:xfrm rot="9930666">
                <a:off x="1664051" y="1500520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橢圓 23">
                <a:extLst>
                  <a:ext uri="{FF2B5EF4-FFF2-40B4-BE49-F238E27FC236}">
                    <a16:creationId xmlns:a16="http://schemas.microsoft.com/office/drawing/2014/main" id="{CE56075E-6DC6-A8F8-A2CC-E0033BDF334C}"/>
                  </a:ext>
                </a:extLst>
              </p:cNvPr>
              <p:cNvSpPr/>
              <p:nvPr/>
            </p:nvSpPr>
            <p:spPr>
              <a:xfrm rot="11005969">
                <a:off x="1868715" y="1308181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3" name="直線接點 48">
                <a:extLst>
                  <a:ext uri="{FF2B5EF4-FFF2-40B4-BE49-F238E27FC236}">
                    <a16:creationId xmlns:a16="http://schemas.microsoft.com/office/drawing/2014/main" id="{07B6F367-5436-32A2-E784-716D256E0B27}"/>
                  </a:ext>
                </a:extLst>
              </p:cNvPr>
              <p:cNvCxnSpPr>
                <a:cxnSpLocks/>
                <a:stCxn id="10" idx="0"/>
              </p:cNvCxnSpPr>
              <p:nvPr/>
            </p:nvCxnSpPr>
            <p:spPr>
              <a:xfrm rot="8508710" flipV="1">
                <a:off x="1913125" y="1651910"/>
                <a:ext cx="205746" cy="7381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線接點 49">
                <a:extLst>
                  <a:ext uri="{FF2B5EF4-FFF2-40B4-BE49-F238E27FC236}">
                    <a16:creationId xmlns:a16="http://schemas.microsoft.com/office/drawing/2014/main" id="{5BC1DC05-0F9F-1160-BC11-E3B7FDC37510}"/>
                  </a:ext>
                </a:extLst>
              </p:cNvPr>
              <p:cNvCxnSpPr>
                <a:cxnSpLocks/>
                <a:endCxn id="9" idx="6"/>
              </p:cNvCxnSpPr>
              <p:nvPr/>
            </p:nvCxnSpPr>
            <p:spPr>
              <a:xfrm rot="8508710" flipH="1" flipV="1">
                <a:off x="1986745" y="1750224"/>
                <a:ext cx="121195" cy="129344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接點 50">
                <a:extLst>
                  <a:ext uri="{FF2B5EF4-FFF2-40B4-BE49-F238E27FC236}">
                    <a16:creationId xmlns:a16="http://schemas.microsoft.com/office/drawing/2014/main" id="{AE2D2111-B568-049F-20E8-FB3A88A2DB85}"/>
                  </a:ext>
                </a:extLst>
              </p:cNvPr>
              <p:cNvCxnSpPr>
                <a:cxnSpLocks/>
                <a:endCxn id="12" idx="0"/>
              </p:cNvCxnSpPr>
              <p:nvPr/>
            </p:nvCxnSpPr>
            <p:spPr>
              <a:xfrm rot="8508710" flipH="1">
                <a:off x="1794366" y="1476264"/>
                <a:ext cx="203060" cy="159775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線接點 51">
                <a:extLst>
                  <a:ext uri="{FF2B5EF4-FFF2-40B4-BE49-F238E27FC236}">
                    <a16:creationId xmlns:a16="http://schemas.microsoft.com/office/drawing/2014/main" id="{E538F834-5F63-C0F8-08C1-0B396935614D}"/>
                  </a:ext>
                </a:extLst>
              </p:cNvPr>
              <p:cNvCxnSpPr>
                <a:cxnSpLocks/>
                <a:endCxn id="11" idx="0"/>
              </p:cNvCxnSpPr>
              <p:nvPr/>
            </p:nvCxnSpPr>
            <p:spPr>
              <a:xfrm rot="8508710" flipH="1">
                <a:off x="1755561" y="1615925"/>
                <a:ext cx="15572" cy="93262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接點 51">
                <a:extLst>
                  <a:ext uri="{FF2B5EF4-FFF2-40B4-BE49-F238E27FC236}">
                    <a16:creationId xmlns:a16="http://schemas.microsoft.com/office/drawing/2014/main" id="{76C596AF-FDF0-21E9-D3A9-630D864FAEA9}"/>
                  </a:ext>
                </a:extLst>
              </p:cNvPr>
              <p:cNvCxnSpPr>
                <a:cxnSpLocks/>
                <a:stCxn id="9" idx="4"/>
                <a:endCxn id="10" idx="1"/>
              </p:cNvCxnSpPr>
              <p:nvPr/>
            </p:nvCxnSpPr>
            <p:spPr>
              <a:xfrm rot="5787526" flipH="1">
                <a:off x="2089139" y="1648260"/>
                <a:ext cx="151516" cy="68942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接點 51">
                <a:extLst>
                  <a:ext uri="{FF2B5EF4-FFF2-40B4-BE49-F238E27FC236}">
                    <a16:creationId xmlns:a16="http://schemas.microsoft.com/office/drawing/2014/main" id="{5CBC210D-D5FF-D9AF-FEFE-2AE83FD67608}"/>
                  </a:ext>
                </a:extLst>
              </p:cNvPr>
              <p:cNvCxnSpPr>
                <a:cxnSpLocks/>
                <a:stCxn id="10" idx="6"/>
                <a:endCxn id="12" idx="1"/>
              </p:cNvCxnSpPr>
              <p:nvPr/>
            </p:nvCxnSpPr>
            <p:spPr>
              <a:xfrm rot="5787526" flipH="1">
                <a:off x="1992321" y="1395891"/>
                <a:ext cx="73729" cy="126227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接點 51">
                <a:extLst>
                  <a:ext uri="{FF2B5EF4-FFF2-40B4-BE49-F238E27FC236}">
                    <a16:creationId xmlns:a16="http://schemas.microsoft.com/office/drawing/2014/main" id="{4290BC7E-556C-29B4-D71A-15246C10F449}"/>
                  </a:ext>
                </a:extLst>
              </p:cNvPr>
              <p:cNvCxnSpPr>
                <a:cxnSpLocks/>
                <a:stCxn id="12" idx="7"/>
                <a:endCxn id="11" idx="3"/>
              </p:cNvCxnSpPr>
              <p:nvPr/>
            </p:nvCxnSpPr>
            <p:spPr>
              <a:xfrm rot="5787526">
                <a:off x="1763948" y="1401649"/>
                <a:ext cx="112656" cy="115791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接點 4">
                <a:extLst>
                  <a:ext uri="{FF2B5EF4-FFF2-40B4-BE49-F238E27FC236}">
                    <a16:creationId xmlns:a16="http://schemas.microsoft.com/office/drawing/2014/main" id="{839E54F3-70B8-152D-EFD7-790C17A8B82D}"/>
                  </a:ext>
                </a:extLst>
              </p:cNvPr>
              <p:cNvCxnSpPr>
                <a:cxnSpLocks/>
              </p:cNvCxnSpPr>
              <p:nvPr/>
            </p:nvCxnSpPr>
            <p:spPr>
              <a:xfrm rot="2721184" flipV="1">
                <a:off x="1240834" y="2112439"/>
                <a:ext cx="330805" cy="182181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接點 5">
                <a:extLst>
                  <a:ext uri="{FF2B5EF4-FFF2-40B4-BE49-F238E27FC236}">
                    <a16:creationId xmlns:a16="http://schemas.microsoft.com/office/drawing/2014/main" id="{CC0FB8E6-CB4C-43C9-E58F-FFFA93766F7E}"/>
                  </a:ext>
                </a:extLst>
              </p:cNvPr>
              <p:cNvCxnSpPr>
                <a:cxnSpLocks/>
                <a:stCxn id="23" idx="5"/>
              </p:cNvCxnSpPr>
              <p:nvPr/>
            </p:nvCxnSpPr>
            <p:spPr>
              <a:xfrm rot="2721184">
                <a:off x="1717007" y="1904731"/>
                <a:ext cx="141027" cy="29289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接點 7">
                <a:extLst>
                  <a:ext uri="{FF2B5EF4-FFF2-40B4-BE49-F238E27FC236}">
                    <a16:creationId xmlns:a16="http://schemas.microsoft.com/office/drawing/2014/main" id="{5D9672D4-346B-C2CC-00E1-BE13952EBFBC}"/>
                  </a:ext>
                </a:extLst>
              </p:cNvPr>
              <p:cNvCxnSpPr>
                <a:cxnSpLocks/>
                <a:stCxn id="23" idx="3"/>
              </p:cNvCxnSpPr>
              <p:nvPr/>
            </p:nvCxnSpPr>
            <p:spPr>
              <a:xfrm rot="2721184" flipH="1">
                <a:off x="1395768" y="1647889"/>
                <a:ext cx="163582" cy="562211"/>
              </a:xfrm>
              <a:prstGeom prst="line">
                <a:avLst/>
              </a:prstGeom>
              <a:ln w="317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橢圓 8">
                <a:extLst>
                  <a:ext uri="{FF2B5EF4-FFF2-40B4-BE49-F238E27FC236}">
                    <a16:creationId xmlns:a16="http://schemas.microsoft.com/office/drawing/2014/main" id="{03DD97A0-13E9-3054-194D-083F34DEB6F8}"/>
                  </a:ext>
                </a:extLst>
              </p:cNvPr>
              <p:cNvSpPr/>
              <p:nvPr/>
            </p:nvSpPr>
            <p:spPr>
              <a:xfrm rot="2721184">
                <a:off x="1735028" y="1682513"/>
                <a:ext cx="215586" cy="21558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tx1"/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橢圓 11">
                <a:extLst>
                  <a:ext uri="{FF2B5EF4-FFF2-40B4-BE49-F238E27FC236}">
                    <a16:creationId xmlns:a16="http://schemas.microsoft.com/office/drawing/2014/main" id="{BAF176BC-F701-4AD0-851A-7E468520D988}"/>
                  </a:ext>
                </a:extLst>
              </p:cNvPr>
              <p:cNvSpPr/>
              <p:nvPr/>
            </p:nvSpPr>
            <p:spPr>
              <a:xfrm rot="2721184">
                <a:off x="1585033" y="2196655"/>
                <a:ext cx="215585" cy="21558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tx1"/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橢圓 12">
                <a:extLst>
                  <a:ext uri="{FF2B5EF4-FFF2-40B4-BE49-F238E27FC236}">
                    <a16:creationId xmlns:a16="http://schemas.microsoft.com/office/drawing/2014/main" id="{2E0B2BD2-D94A-ACF1-D5C7-9CC45506C819}"/>
                  </a:ext>
                </a:extLst>
              </p:cNvPr>
              <p:cNvSpPr/>
              <p:nvPr/>
            </p:nvSpPr>
            <p:spPr>
              <a:xfrm rot="2721184">
                <a:off x="1023770" y="1997482"/>
                <a:ext cx="215585" cy="215585"/>
              </a:xfrm>
              <a:prstGeom prst="ellipse">
                <a:avLst/>
              </a:prstGeom>
              <a:solidFill>
                <a:srgbClr val="C0000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橢圓 20">
                <a:extLst>
                  <a:ext uri="{FF2B5EF4-FFF2-40B4-BE49-F238E27FC236}">
                    <a16:creationId xmlns:a16="http://schemas.microsoft.com/office/drawing/2014/main" id="{F975E43E-6FEA-B3FD-43A0-7058D95BFF14}"/>
                  </a:ext>
                </a:extLst>
              </p:cNvPr>
              <p:cNvSpPr/>
              <p:nvPr/>
            </p:nvSpPr>
            <p:spPr>
              <a:xfrm rot="4711812">
                <a:off x="1065639" y="1699071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橢圓 21">
                <a:extLst>
                  <a:ext uri="{FF2B5EF4-FFF2-40B4-BE49-F238E27FC236}">
                    <a16:creationId xmlns:a16="http://schemas.microsoft.com/office/drawing/2014/main" id="{DF04F0B1-DCD1-20A0-FE3E-026F2F845257}"/>
                  </a:ext>
                </a:extLst>
              </p:cNvPr>
              <p:cNvSpPr/>
              <p:nvPr/>
            </p:nvSpPr>
            <p:spPr>
              <a:xfrm rot="7441547">
                <a:off x="793947" y="1791857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橢圓 22">
                <a:extLst>
                  <a:ext uri="{FF2B5EF4-FFF2-40B4-BE49-F238E27FC236}">
                    <a16:creationId xmlns:a16="http://schemas.microsoft.com/office/drawing/2014/main" id="{7FB9F2F1-B35D-3739-18AF-1FF183D35776}"/>
                  </a:ext>
                </a:extLst>
              </p:cNvPr>
              <p:cNvSpPr/>
              <p:nvPr/>
            </p:nvSpPr>
            <p:spPr>
              <a:xfrm rot="4143140">
                <a:off x="859109" y="2196127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橢圓 23">
                <a:extLst>
                  <a:ext uri="{FF2B5EF4-FFF2-40B4-BE49-F238E27FC236}">
                    <a16:creationId xmlns:a16="http://schemas.microsoft.com/office/drawing/2014/main" id="{24A43FEC-9DF4-FCED-F3D2-78CE8F956B88}"/>
                  </a:ext>
                </a:extLst>
              </p:cNvPr>
              <p:cNvSpPr/>
              <p:nvPr/>
            </p:nvSpPr>
            <p:spPr>
              <a:xfrm rot="5218443">
                <a:off x="644968" y="2014398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0" name="直線接點 48">
                <a:extLst>
                  <a:ext uri="{FF2B5EF4-FFF2-40B4-BE49-F238E27FC236}">
                    <a16:creationId xmlns:a16="http://schemas.microsoft.com/office/drawing/2014/main" id="{45DE8E54-5054-7594-B09F-1A52A829D60E}"/>
                  </a:ext>
                </a:extLst>
              </p:cNvPr>
              <p:cNvCxnSpPr>
                <a:cxnSpLocks/>
                <a:stCxn id="27" idx="0"/>
                <a:endCxn id="25" idx="2"/>
              </p:cNvCxnSpPr>
              <p:nvPr/>
            </p:nvCxnSpPr>
            <p:spPr>
              <a:xfrm rot="2721184" flipV="1">
                <a:off x="878022" y="1954300"/>
                <a:ext cx="205746" cy="7381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接點 49">
                <a:extLst>
                  <a:ext uri="{FF2B5EF4-FFF2-40B4-BE49-F238E27FC236}">
                    <a16:creationId xmlns:a16="http://schemas.microsoft.com/office/drawing/2014/main" id="{A2653EAA-369F-87C2-4A6D-B75B50CA5560}"/>
                  </a:ext>
                </a:extLst>
              </p:cNvPr>
              <p:cNvCxnSpPr>
                <a:cxnSpLocks/>
                <a:stCxn id="25" idx="1"/>
                <a:endCxn id="26" idx="6"/>
              </p:cNvCxnSpPr>
              <p:nvPr/>
            </p:nvCxnSpPr>
            <p:spPr>
              <a:xfrm rot="2721184" flipH="1" flipV="1">
                <a:off x="1075056" y="1844254"/>
                <a:ext cx="121195" cy="129344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接點 50">
                <a:extLst>
                  <a:ext uri="{FF2B5EF4-FFF2-40B4-BE49-F238E27FC236}">
                    <a16:creationId xmlns:a16="http://schemas.microsoft.com/office/drawing/2014/main" id="{B57A7A00-900B-F14B-C078-F48A996A706F}"/>
                  </a:ext>
                </a:extLst>
              </p:cNvPr>
              <p:cNvCxnSpPr>
                <a:cxnSpLocks/>
                <a:stCxn id="25" idx="3"/>
                <a:endCxn id="29" idx="0"/>
              </p:cNvCxnSpPr>
              <p:nvPr/>
            </p:nvCxnSpPr>
            <p:spPr>
              <a:xfrm rot="2721184" flipH="1">
                <a:off x="794057" y="2008630"/>
                <a:ext cx="203060" cy="159775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接點 51">
                <a:extLst>
                  <a:ext uri="{FF2B5EF4-FFF2-40B4-BE49-F238E27FC236}">
                    <a16:creationId xmlns:a16="http://schemas.microsoft.com/office/drawing/2014/main" id="{21329566-1927-5703-18AE-56C76B62E48B}"/>
                  </a:ext>
                </a:extLst>
              </p:cNvPr>
              <p:cNvCxnSpPr>
                <a:cxnSpLocks/>
                <a:stCxn id="25" idx="4"/>
                <a:endCxn id="28" idx="0"/>
              </p:cNvCxnSpPr>
              <p:nvPr/>
            </p:nvCxnSpPr>
            <p:spPr>
              <a:xfrm rot="2721184" flipH="1">
                <a:off x="1008440" y="2161624"/>
                <a:ext cx="15572" cy="93262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文字方塊 77">
                <a:extLst>
                  <a:ext uri="{FF2B5EF4-FFF2-40B4-BE49-F238E27FC236}">
                    <a16:creationId xmlns:a16="http://schemas.microsoft.com/office/drawing/2014/main" id="{4053A2F8-D8B1-A05B-E4AA-E536296BC118}"/>
                  </a:ext>
                </a:extLst>
              </p:cNvPr>
              <p:cNvSpPr txBox="1"/>
              <p:nvPr/>
            </p:nvSpPr>
            <p:spPr>
              <a:xfrm rot="747060">
                <a:off x="1040093" y="2276702"/>
                <a:ext cx="214760" cy="125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ego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文字方塊 78">
                <a:extLst>
                  <a:ext uri="{FF2B5EF4-FFF2-40B4-BE49-F238E27FC236}">
                    <a16:creationId xmlns:a16="http://schemas.microsoft.com/office/drawing/2014/main" id="{2D6DA128-A8CD-153A-4282-B8907EF2E6AB}"/>
                  </a:ext>
                </a:extLst>
              </p:cNvPr>
              <p:cNvSpPr txBox="1"/>
              <p:nvPr/>
            </p:nvSpPr>
            <p:spPr>
              <a:xfrm rot="747060">
                <a:off x="1749797" y="2374326"/>
                <a:ext cx="179674" cy="125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d1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文字方塊 79">
                <a:extLst>
                  <a:ext uri="{FF2B5EF4-FFF2-40B4-BE49-F238E27FC236}">
                    <a16:creationId xmlns:a16="http://schemas.microsoft.com/office/drawing/2014/main" id="{1A5877FB-CB37-72D1-108A-AD5D9D1DC17F}"/>
                  </a:ext>
                </a:extLst>
              </p:cNvPr>
              <p:cNvSpPr txBox="1"/>
              <p:nvPr/>
            </p:nvSpPr>
            <p:spPr>
              <a:xfrm rot="747060">
                <a:off x="1353172" y="1540394"/>
                <a:ext cx="179674" cy="125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d2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8B8781B-18CA-BB55-8D5D-A8E47F063798}"/>
              </a:ext>
            </a:extLst>
          </p:cNvPr>
          <p:cNvGrpSpPr/>
          <p:nvPr/>
        </p:nvGrpSpPr>
        <p:grpSpPr>
          <a:xfrm>
            <a:off x="2229416" y="4875219"/>
            <a:ext cx="2951835" cy="1274491"/>
            <a:chOff x="3417549" y="4897582"/>
            <a:chExt cx="2951835" cy="1274491"/>
          </a:xfrm>
        </p:grpSpPr>
        <p:grpSp>
          <p:nvGrpSpPr>
            <p:cNvPr id="47" name="群組 151">
              <a:extLst>
                <a:ext uri="{FF2B5EF4-FFF2-40B4-BE49-F238E27FC236}">
                  <a16:creationId xmlns:a16="http://schemas.microsoft.com/office/drawing/2014/main" id="{8E467D66-5CBC-08F1-31E2-04CD92844795}"/>
                </a:ext>
              </a:extLst>
            </p:cNvPr>
            <p:cNvGrpSpPr/>
            <p:nvPr/>
          </p:nvGrpSpPr>
          <p:grpSpPr>
            <a:xfrm>
              <a:off x="5615605" y="5053869"/>
              <a:ext cx="753779" cy="656978"/>
              <a:chOff x="2838095" y="4153582"/>
              <a:chExt cx="1169633" cy="1019432"/>
            </a:xfrm>
          </p:grpSpPr>
          <p:cxnSp>
            <p:nvCxnSpPr>
              <p:cNvPr id="72" name="直線箭頭接點 116">
                <a:extLst>
                  <a:ext uri="{FF2B5EF4-FFF2-40B4-BE49-F238E27FC236}">
                    <a16:creationId xmlns:a16="http://schemas.microsoft.com/office/drawing/2014/main" id="{85BAAB64-4D72-3F08-9E2C-ADDBFE4599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095" y="4619812"/>
                <a:ext cx="1169633" cy="0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線箭頭接點 119">
                <a:extLst>
                  <a:ext uri="{FF2B5EF4-FFF2-40B4-BE49-F238E27FC236}">
                    <a16:creationId xmlns:a16="http://schemas.microsoft.com/office/drawing/2014/main" id="{06B06A75-A22F-921F-2457-78A1FC9C3D8D}"/>
                  </a:ext>
                </a:extLst>
              </p:cNvPr>
              <p:cNvCxnSpPr>
                <a:cxnSpLocks/>
                <a:endCxn id="75" idx="2"/>
              </p:cNvCxnSpPr>
              <p:nvPr/>
            </p:nvCxnSpPr>
            <p:spPr>
              <a:xfrm flipH="1" flipV="1">
                <a:off x="3414928" y="4631159"/>
                <a:ext cx="2" cy="499273"/>
              </a:xfrm>
              <a:prstGeom prst="straightConnector1">
                <a:avLst/>
              </a:prstGeom>
              <a:ln w="254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文字方塊 120">
                <a:extLst>
                  <a:ext uri="{FF2B5EF4-FFF2-40B4-BE49-F238E27FC236}">
                    <a16:creationId xmlns:a16="http://schemas.microsoft.com/office/drawing/2014/main" id="{DE1B4D02-A1C7-1233-AE88-34983DF6F67D}"/>
                  </a:ext>
                </a:extLst>
              </p:cNvPr>
              <p:cNvSpPr txBox="1"/>
              <p:nvPr/>
            </p:nvSpPr>
            <p:spPr>
              <a:xfrm>
                <a:off x="3180866" y="4153582"/>
                <a:ext cx="468124" cy="4775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400" dirty="0">
                    <a:solidFill>
                      <a:srgbClr val="C00000"/>
                    </a:solidFill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+</a:t>
                </a:r>
                <a:endParaRPr kumimoji="1" lang="zh-TW" altLang="en-US" sz="1400" dirty="0">
                  <a:solidFill>
                    <a:srgbClr val="C00000"/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文字方塊 120">
                <a:extLst>
                  <a:ext uri="{FF2B5EF4-FFF2-40B4-BE49-F238E27FC236}">
                    <a16:creationId xmlns:a16="http://schemas.microsoft.com/office/drawing/2014/main" id="{F47726BC-1441-F00D-9591-6C8AC30E95FB}"/>
                  </a:ext>
                </a:extLst>
              </p:cNvPr>
              <p:cNvSpPr txBox="1"/>
              <p:nvPr/>
            </p:nvSpPr>
            <p:spPr>
              <a:xfrm>
                <a:off x="3404100" y="4647680"/>
                <a:ext cx="400964" cy="5253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600" dirty="0">
                    <a:solidFill>
                      <a:srgbClr val="C00000"/>
                    </a:solidFill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-</a:t>
                </a:r>
                <a:endParaRPr kumimoji="1" lang="zh-TW" altLang="en-US" sz="1600" dirty="0">
                  <a:solidFill>
                    <a:srgbClr val="C00000"/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2F089DC-A9BF-8679-578C-B188C99CBD02}"/>
                </a:ext>
              </a:extLst>
            </p:cNvPr>
            <p:cNvGrpSpPr/>
            <p:nvPr/>
          </p:nvGrpSpPr>
          <p:grpSpPr>
            <a:xfrm>
              <a:off x="3417549" y="4897582"/>
              <a:ext cx="1489234" cy="1274491"/>
              <a:chOff x="6509407" y="2409594"/>
              <a:chExt cx="1603509" cy="1372288"/>
            </a:xfrm>
          </p:grpSpPr>
          <p:grpSp>
            <p:nvGrpSpPr>
              <p:cNvPr id="49" name="群組 80">
                <a:extLst>
                  <a:ext uri="{FF2B5EF4-FFF2-40B4-BE49-F238E27FC236}">
                    <a16:creationId xmlns:a16="http://schemas.microsoft.com/office/drawing/2014/main" id="{562927EB-1170-39E4-DE51-934A2165C293}"/>
                  </a:ext>
                </a:extLst>
              </p:cNvPr>
              <p:cNvGrpSpPr/>
              <p:nvPr/>
            </p:nvGrpSpPr>
            <p:grpSpPr>
              <a:xfrm>
                <a:off x="6509407" y="2620325"/>
                <a:ext cx="1268617" cy="1161557"/>
                <a:chOff x="1640379" y="1980650"/>
                <a:chExt cx="2314671" cy="2119332"/>
              </a:xfrm>
            </p:grpSpPr>
            <p:grpSp>
              <p:nvGrpSpPr>
                <p:cNvPr id="51" name="群組 76">
                  <a:extLst>
                    <a:ext uri="{FF2B5EF4-FFF2-40B4-BE49-F238E27FC236}">
                      <a16:creationId xmlns:a16="http://schemas.microsoft.com/office/drawing/2014/main" id="{48824072-F1A9-E79A-492A-04C4D5EB75D2}"/>
                    </a:ext>
                  </a:extLst>
                </p:cNvPr>
                <p:cNvGrpSpPr/>
                <p:nvPr/>
              </p:nvGrpSpPr>
              <p:grpSpPr>
                <a:xfrm rot="2721184">
                  <a:off x="1738049" y="1882980"/>
                  <a:ext cx="2119332" cy="2314671"/>
                  <a:chOff x="1225730" y="2486865"/>
                  <a:chExt cx="3544206" cy="3870877"/>
                </a:xfrm>
              </p:grpSpPr>
              <p:grpSp>
                <p:nvGrpSpPr>
                  <p:cNvPr id="55" name="群組 2">
                    <a:extLst>
                      <a:ext uri="{FF2B5EF4-FFF2-40B4-BE49-F238E27FC236}">
                        <a16:creationId xmlns:a16="http://schemas.microsoft.com/office/drawing/2014/main" id="{9D86A196-1E8C-BA3A-A5FB-F526E5D57066}"/>
                      </a:ext>
                    </a:extLst>
                  </p:cNvPr>
                  <p:cNvGrpSpPr/>
                  <p:nvPr/>
                </p:nvGrpSpPr>
                <p:grpSpPr>
                  <a:xfrm>
                    <a:off x="2300287" y="2486865"/>
                    <a:ext cx="2469649" cy="3097963"/>
                    <a:chOff x="2104165" y="1815433"/>
                    <a:chExt cx="3180121" cy="3989189"/>
                  </a:xfrm>
                </p:grpSpPr>
                <p:cxnSp>
                  <p:nvCxnSpPr>
                    <p:cNvPr id="64" name="直線接點 4">
                      <a:extLst>
                        <a:ext uri="{FF2B5EF4-FFF2-40B4-BE49-F238E27FC236}">
                          <a16:creationId xmlns:a16="http://schemas.microsoft.com/office/drawing/2014/main" id="{D01C67F1-A3E0-1F2D-C8CA-ED390D3BF1F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972764" y="4428625"/>
                      <a:ext cx="1399481" cy="770724"/>
                    </a:xfrm>
                    <a:prstGeom prst="line">
                      <a:avLst/>
                    </a:prstGeom>
                    <a:ln w="317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" name="直線接點 5">
                      <a:extLst>
                        <a:ext uri="{FF2B5EF4-FFF2-40B4-BE49-F238E27FC236}">
                          <a16:creationId xmlns:a16="http://schemas.microsoft.com/office/drawing/2014/main" id="{A0CAED6D-C615-8931-22C4-3FBB3CE790D2}"/>
                        </a:ext>
                      </a:extLst>
                    </p:cNvPr>
                    <p:cNvCxnSpPr>
                      <a:cxnSpLocks/>
                      <a:stCxn id="67" idx="5"/>
                    </p:cNvCxnSpPr>
                    <p:nvPr/>
                  </p:nvCxnSpPr>
                  <p:spPr>
                    <a:xfrm>
                      <a:off x="4049176" y="2593910"/>
                      <a:ext cx="596621" cy="1239083"/>
                    </a:xfrm>
                    <a:prstGeom prst="line">
                      <a:avLst/>
                    </a:prstGeom>
                    <a:ln w="317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" name="直線接點 7">
                      <a:extLst>
                        <a:ext uri="{FF2B5EF4-FFF2-40B4-BE49-F238E27FC236}">
                          <a16:creationId xmlns:a16="http://schemas.microsoft.com/office/drawing/2014/main" id="{BF3DF225-2650-C160-E5DD-7C7B35ED14D3}"/>
                        </a:ext>
                      </a:extLst>
                    </p:cNvPr>
                    <p:cNvCxnSpPr>
                      <a:cxnSpLocks/>
                      <a:stCxn id="67" idx="3"/>
                    </p:cNvCxnSpPr>
                    <p:nvPr/>
                  </p:nvCxnSpPr>
                  <p:spPr>
                    <a:xfrm flipH="1">
                      <a:off x="2712224" y="2593910"/>
                      <a:ext cx="692040" cy="2378457"/>
                    </a:xfrm>
                    <a:prstGeom prst="line">
                      <a:avLst/>
                    </a:prstGeom>
                    <a:ln w="31750">
                      <a:solidFill>
                        <a:srgbClr val="C00000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7" name="橢圓 8">
                      <a:extLst>
                        <a:ext uri="{FF2B5EF4-FFF2-40B4-BE49-F238E27FC236}">
                          <a16:creationId xmlns:a16="http://schemas.microsoft.com/office/drawing/2014/main" id="{169D6032-17DD-3371-9760-7878B2EB60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0699" y="1815433"/>
                      <a:ext cx="912042" cy="912041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TW" altLang="en-US" sz="1000" b="1" dirty="0">
                        <a:solidFill>
                          <a:schemeClr val="tx1"/>
                        </a:solidFill>
                        <a:latin typeface="Hiragino Sans GB W3" panose="020B0300000000000000" pitchFamily="34" charset="-128"/>
                        <a:ea typeface="Hiragino Sans GB W3" panose="020B0300000000000000" pitchFamily="34" charset="-128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68" name="橢圓 11">
                      <a:extLst>
                        <a:ext uri="{FF2B5EF4-FFF2-40B4-BE49-F238E27FC236}">
                          <a16:creationId xmlns:a16="http://schemas.microsoft.com/office/drawing/2014/main" id="{76169415-B8D8-064C-05A0-4887C0914A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72245" y="3795409"/>
                      <a:ext cx="912041" cy="912041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TW" altLang="en-US" sz="1000" b="1" dirty="0">
                        <a:solidFill>
                          <a:schemeClr val="tx1"/>
                        </a:solidFill>
                        <a:latin typeface="Hiragino Sans GB W3" panose="020B0300000000000000" pitchFamily="34" charset="-128"/>
                        <a:ea typeface="Hiragino Sans GB W3" panose="020B0300000000000000" pitchFamily="34" charset="-128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69" name="橢圓 12">
                      <a:extLst>
                        <a:ext uri="{FF2B5EF4-FFF2-40B4-BE49-F238E27FC236}">
                          <a16:creationId xmlns:a16="http://schemas.microsoft.com/office/drawing/2014/main" id="{57DDFE25-8805-2988-5DE3-641D82D830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04165" y="4892581"/>
                      <a:ext cx="912041" cy="912041"/>
                    </a:xfrm>
                    <a:prstGeom prst="ellipse">
                      <a:avLst/>
                    </a:prstGeom>
                    <a:solidFill>
                      <a:srgbClr val="C00000"/>
                    </a:solidFill>
                    <a:ln w="254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TW" altLang="en-US" sz="1000" b="1" dirty="0">
                        <a:latin typeface="Hiragino Sans GB W3" panose="020B0300000000000000" pitchFamily="34" charset="-128"/>
                        <a:ea typeface="Hiragino Sans GB W3" panose="020B0300000000000000" pitchFamily="34" charset="-128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6" name="橢圓 20">
                    <a:extLst>
                      <a:ext uri="{FF2B5EF4-FFF2-40B4-BE49-F238E27FC236}">
                        <a16:creationId xmlns:a16="http://schemas.microsoft.com/office/drawing/2014/main" id="{3BCBD855-0126-7CB0-407A-B608B5A73416}"/>
                      </a:ext>
                    </a:extLst>
                  </p:cNvPr>
                  <p:cNvSpPr/>
                  <p:nvPr/>
                </p:nvSpPr>
                <p:spPr>
                  <a:xfrm rot="1990628">
                    <a:off x="1636126" y="4243929"/>
                    <a:ext cx="402522" cy="402522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 sz="1000" b="1" dirty="0">
                      <a:solidFill>
                        <a:schemeClr val="bg1">
                          <a:lumMod val="50000"/>
                        </a:schemeClr>
                      </a:solidFill>
                      <a:latin typeface="Hiragino Sans GB W3" panose="020B0300000000000000" pitchFamily="34" charset="-128"/>
                      <a:ea typeface="Hiragino Sans GB W3" panose="020B0300000000000000" pitchFamily="34" charset="-128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7" name="橢圓 21">
                    <a:extLst>
                      <a:ext uri="{FF2B5EF4-FFF2-40B4-BE49-F238E27FC236}">
                        <a16:creationId xmlns:a16="http://schemas.microsoft.com/office/drawing/2014/main" id="{5FE5F46F-A6E8-7BAE-D2E3-95EA547F0D68}"/>
                      </a:ext>
                    </a:extLst>
                  </p:cNvPr>
                  <p:cNvSpPr/>
                  <p:nvPr/>
                </p:nvSpPr>
                <p:spPr>
                  <a:xfrm rot="4720363">
                    <a:off x="1225730" y="5093204"/>
                    <a:ext cx="402522" cy="402522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 sz="1000" b="1" dirty="0">
                      <a:solidFill>
                        <a:schemeClr val="bg1">
                          <a:lumMod val="50000"/>
                        </a:schemeClr>
                      </a:solidFill>
                      <a:latin typeface="Hiragino Sans GB W3" panose="020B0300000000000000" pitchFamily="34" charset="-128"/>
                      <a:ea typeface="Hiragino Sans GB W3" panose="020B0300000000000000" pitchFamily="34" charset="-128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8" name="橢圓 22">
                    <a:extLst>
                      <a:ext uri="{FF2B5EF4-FFF2-40B4-BE49-F238E27FC236}">
                        <a16:creationId xmlns:a16="http://schemas.microsoft.com/office/drawing/2014/main" id="{4189108E-3CEF-A9E5-F80B-AC8E6D47A6CE}"/>
                      </a:ext>
                    </a:extLst>
                  </p:cNvPr>
                  <p:cNvSpPr/>
                  <p:nvPr/>
                </p:nvSpPr>
                <p:spPr>
                  <a:xfrm rot="1421956">
                    <a:off x="2321113" y="5874258"/>
                    <a:ext cx="402522" cy="402522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 sz="1000" b="1" dirty="0">
                      <a:solidFill>
                        <a:schemeClr val="bg1">
                          <a:lumMod val="50000"/>
                        </a:schemeClr>
                      </a:solidFill>
                      <a:latin typeface="Hiragino Sans GB W3" panose="020B0300000000000000" pitchFamily="34" charset="-128"/>
                      <a:ea typeface="Hiragino Sans GB W3" panose="020B0300000000000000" pitchFamily="34" charset="-128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" name="橢圓 23">
                    <a:extLst>
                      <a:ext uri="{FF2B5EF4-FFF2-40B4-BE49-F238E27FC236}">
                        <a16:creationId xmlns:a16="http://schemas.microsoft.com/office/drawing/2014/main" id="{251876EE-F65D-1C01-8488-E1EF768B76F7}"/>
                      </a:ext>
                    </a:extLst>
                  </p:cNvPr>
                  <p:cNvSpPr/>
                  <p:nvPr/>
                </p:nvSpPr>
                <p:spPr>
                  <a:xfrm rot="2497259">
                    <a:off x="1401941" y="5955220"/>
                    <a:ext cx="402522" cy="402522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 sz="1000" b="1" dirty="0">
                      <a:solidFill>
                        <a:schemeClr val="bg1">
                          <a:lumMod val="50000"/>
                        </a:schemeClr>
                      </a:solidFill>
                      <a:latin typeface="Hiragino Sans GB W3" panose="020B0300000000000000" pitchFamily="34" charset="-128"/>
                      <a:ea typeface="Hiragino Sans GB W3" panose="020B0300000000000000" pitchFamily="34" charset="-128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0" name="直線接點 48">
                    <a:extLst>
                      <a:ext uri="{FF2B5EF4-FFF2-40B4-BE49-F238E27FC236}">
                        <a16:creationId xmlns:a16="http://schemas.microsoft.com/office/drawing/2014/main" id="{F319387A-F3EF-9F65-D49C-C5EC1665CB06}"/>
                      </a:ext>
                    </a:extLst>
                  </p:cNvPr>
                  <p:cNvCxnSpPr>
                    <a:cxnSpLocks/>
                    <a:stCxn id="57" idx="0"/>
                    <a:endCxn id="69" idx="2"/>
                  </p:cNvCxnSpPr>
                  <p:nvPr/>
                </p:nvCxnSpPr>
                <p:spPr>
                  <a:xfrm flipV="1">
                    <a:off x="1624332" y="5230687"/>
                    <a:ext cx="675955" cy="24248"/>
                  </a:xfrm>
                  <a:prstGeom prst="line">
                    <a:avLst/>
                  </a:prstGeom>
                  <a:ln w="2222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直線接點 49">
                    <a:extLst>
                      <a:ext uri="{FF2B5EF4-FFF2-40B4-BE49-F238E27FC236}">
                        <a16:creationId xmlns:a16="http://schemas.microsoft.com/office/drawing/2014/main" id="{61A56969-D285-FB5B-EB6B-E18CBA75EDDF}"/>
                      </a:ext>
                    </a:extLst>
                  </p:cNvPr>
                  <p:cNvCxnSpPr>
                    <a:cxnSpLocks/>
                    <a:stCxn id="69" idx="1"/>
                    <a:endCxn id="56" idx="6"/>
                  </p:cNvCxnSpPr>
                  <p:nvPr/>
                </p:nvCxnSpPr>
                <p:spPr>
                  <a:xfrm flipH="1" flipV="1">
                    <a:off x="2005839" y="4555326"/>
                    <a:ext cx="398173" cy="424945"/>
                  </a:xfrm>
                  <a:prstGeom prst="line">
                    <a:avLst/>
                  </a:prstGeom>
                  <a:ln w="2222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直線接點 50">
                    <a:extLst>
                      <a:ext uri="{FF2B5EF4-FFF2-40B4-BE49-F238E27FC236}">
                        <a16:creationId xmlns:a16="http://schemas.microsoft.com/office/drawing/2014/main" id="{8EBE320E-0084-DDEE-1448-BB927A120F33}"/>
                      </a:ext>
                    </a:extLst>
                  </p:cNvPr>
                  <p:cNvCxnSpPr>
                    <a:cxnSpLocks/>
                    <a:stCxn id="69" idx="3"/>
                    <a:endCxn id="59" idx="0"/>
                  </p:cNvCxnSpPr>
                  <p:nvPr/>
                </p:nvCxnSpPr>
                <p:spPr>
                  <a:xfrm flipH="1">
                    <a:off x="1736880" y="5481103"/>
                    <a:ext cx="667132" cy="524924"/>
                  </a:xfrm>
                  <a:prstGeom prst="line">
                    <a:avLst/>
                  </a:prstGeom>
                  <a:ln w="2222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直線接點 51">
                    <a:extLst>
                      <a:ext uri="{FF2B5EF4-FFF2-40B4-BE49-F238E27FC236}">
                        <a16:creationId xmlns:a16="http://schemas.microsoft.com/office/drawing/2014/main" id="{657B0BCE-7B55-3894-161A-E3458B0B8622}"/>
                      </a:ext>
                    </a:extLst>
                  </p:cNvPr>
                  <p:cNvCxnSpPr>
                    <a:cxnSpLocks/>
                    <a:stCxn id="69" idx="4"/>
                    <a:endCxn id="58" idx="0"/>
                  </p:cNvCxnSpPr>
                  <p:nvPr/>
                </p:nvCxnSpPr>
                <p:spPr>
                  <a:xfrm flipH="1">
                    <a:off x="2603268" y="5584828"/>
                    <a:ext cx="51160" cy="306403"/>
                  </a:xfrm>
                  <a:prstGeom prst="line">
                    <a:avLst/>
                  </a:prstGeom>
                  <a:ln w="2222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2" name="文字方塊 77">
                  <a:extLst>
                    <a:ext uri="{FF2B5EF4-FFF2-40B4-BE49-F238E27FC236}">
                      <a16:creationId xmlns:a16="http://schemas.microsoft.com/office/drawing/2014/main" id="{6761B66F-E0D8-17AF-E567-8EB7374A94DC}"/>
                    </a:ext>
                  </a:extLst>
                </p:cNvPr>
                <p:cNvSpPr txBox="1"/>
                <p:nvPr/>
              </p:nvSpPr>
              <p:spPr>
                <a:xfrm>
                  <a:off x="2129804" y="3570697"/>
                  <a:ext cx="42191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TW" sz="1000" dirty="0">
                      <a:latin typeface="Hiragino Sans GB W3" panose="020B0300000000000000" pitchFamily="34" charset="-128"/>
                      <a:ea typeface="Hiragino Sans GB W3" panose="020B0300000000000000" pitchFamily="34" charset="-128"/>
                      <a:cs typeface="Times New Roman" panose="02020603050405020304" pitchFamily="18" charset="0"/>
                    </a:rPr>
                    <a:t>ego</a:t>
                  </a:r>
                  <a:endParaRPr kumimoji="1" lang="zh-TW" altLang="en-US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" name="文字方塊 78">
                  <a:extLst>
                    <a:ext uri="{FF2B5EF4-FFF2-40B4-BE49-F238E27FC236}">
                      <a16:creationId xmlns:a16="http://schemas.microsoft.com/office/drawing/2014/main" id="{7D96E943-E6CA-D495-BF2B-5336646260CC}"/>
                    </a:ext>
                  </a:extLst>
                </p:cNvPr>
                <p:cNvSpPr txBox="1"/>
                <p:nvPr/>
              </p:nvSpPr>
              <p:spPr>
                <a:xfrm>
                  <a:off x="3524067" y="3762485"/>
                  <a:ext cx="35298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TW" sz="1000" dirty="0">
                      <a:latin typeface="Hiragino Sans GB W3" panose="020B0300000000000000" pitchFamily="34" charset="-128"/>
                      <a:ea typeface="Hiragino Sans GB W3" panose="020B0300000000000000" pitchFamily="34" charset="-128"/>
                      <a:cs typeface="Times New Roman" panose="02020603050405020304" pitchFamily="18" charset="0"/>
                    </a:rPr>
                    <a:t>d1</a:t>
                  </a:r>
                  <a:endParaRPr kumimoji="1" lang="zh-TW" altLang="en-US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" name="文字方塊 79">
                  <a:extLst>
                    <a:ext uri="{FF2B5EF4-FFF2-40B4-BE49-F238E27FC236}">
                      <a16:creationId xmlns:a16="http://schemas.microsoft.com/office/drawing/2014/main" id="{D5F94FC5-F50B-1832-3BC5-6F12796EF110}"/>
                    </a:ext>
                  </a:extLst>
                </p:cNvPr>
                <p:cNvSpPr txBox="1"/>
                <p:nvPr/>
              </p:nvSpPr>
              <p:spPr>
                <a:xfrm>
                  <a:off x="2934097" y="2147312"/>
                  <a:ext cx="35298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zh-TW" sz="1000" dirty="0">
                      <a:latin typeface="Hiragino Sans GB W3" panose="020B0300000000000000" pitchFamily="34" charset="-128"/>
                      <a:ea typeface="Hiragino Sans GB W3" panose="020B0300000000000000" pitchFamily="34" charset="-128"/>
                      <a:cs typeface="Times New Roman" panose="02020603050405020304" pitchFamily="18" charset="0"/>
                    </a:rPr>
                    <a:t>d2</a:t>
                  </a:r>
                  <a:endParaRPr kumimoji="1" lang="zh-TW" altLang="en-US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91392F42-4C4E-755F-19CF-0AAE230D24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714598" y="2409594"/>
                <a:ext cx="398318" cy="398316"/>
              </a:xfrm>
              <a:prstGeom prst="rect">
                <a:avLst/>
              </a:prstGeom>
            </p:spPr>
          </p:pic>
        </p:grpSp>
      </p:grpSp>
      <p:cxnSp>
        <p:nvCxnSpPr>
          <p:cNvPr id="81" name="直線箭頭接點 116">
            <a:extLst>
              <a:ext uri="{FF2B5EF4-FFF2-40B4-BE49-F238E27FC236}">
                <a16:creationId xmlns:a16="http://schemas.microsoft.com/office/drawing/2014/main" id="{A95035AB-55EC-ED2B-70F4-25CB6CAC7B62}"/>
              </a:ext>
            </a:extLst>
          </p:cNvPr>
          <p:cNvCxnSpPr>
            <a:cxnSpLocks/>
          </p:cNvCxnSpPr>
          <p:nvPr/>
        </p:nvCxnSpPr>
        <p:spPr>
          <a:xfrm>
            <a:off x="9172961" y="2286115"/>
            <a:ext cx="753779" cy="0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箭頭接點 119">
            <a:extLst>
              <a:ext uri="{FF2B5EF4-FFF2-40B4-BE49-F238E27FC236}">
                <a16:creationId xmlns:a16="http://schemas.microsoft.com/office/drawing/2014/main" id="{B0C4216C-7997-FB50-1344-FF77BC6FACED}"/>
              </a:ext>
            </a:extLst>
          </p:cNvPr>
          <p:cNvCxnSpPr>
            <a:cxnSpLocks/>
            <a:endCxn id="84" idx="2"/>
          </p:cNvCxnSpPr>
          <p:nvPr/>
        </p:nvCxnSpPr>
        <p:spPr>
          <a:xfrm flipV="1">
            <a:off x="9538920" y="2307469"/>
            <a:ext cx="5212" cy="296838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字方塊 120">
            <a:extLst>
              <a:ext uri="{FF2B5EF4-FFF2-40B4-BE49-F238E27FC236}">
                <a16:creationId xmlns:a16="http://schemas.microsoft.com/office/drawing/2014/main" id="{3432E017-04A0-5727-95A7-A85CEB7FC3B0}"/>
              </a:ext>
            </a:extLst>
          </p:cNvPr>
          <p:cNvSpPr txBox="1"/>
          <p:nvPr/>
        </p:nvSpPr>
        <p:spPr>
          <a:xfrm>
            <a:off x="9393289" y="1999692"/>
            <a:ext cx="3016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400" dirty="0">
                <a:solidFill>
                  <a:srgbClr val="C0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rPr>
              <a:t>+</a:t>
            </a:r>
            <a:endParaRPr kumimoji="1" lang="zh-TW" altLang="en-US" sz="1400" dirty="0">
              <a:solidFill>
                <a:srgbClr val="C00000"/>
              </a:solidFill>
              <a:latin typeface="Hiragino Sans GB W3" panose="020B0300000000000000" pitchFamily="34" charset="-128"/>
              <a:ea typeface="Hiragino Sans GB W3" panose="020B03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85" name="文字方塊 120">
            <a:extLst>
              <a:ext uri="{FF2B5EF4-FFF2-40B4-BE49-F238E27FC236}">
                <a16:creationId xmlns:a16="http://schemas.microsoft.com/office/drawing/2014/main" id="{3D304014-2B6B-88CA-1498-EF584E8CAC30}"/>
              </a:ext>
            </a:extLst>
          </p:cNvPr>
          <p:cNvSpPr txBox="1"/>
          <p:nvPr/>
        </p:nvSpPr>
        <p:spPr>
          <a:xfrm>
            <a:off x="9564371" y="2294660"/>
            <a:ext cx="2584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600" dirty="0">
                <a:solidFill>
                  <a:srgbClr val="C0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rPr>
              <a:t>-</a:t>
            </a:r>
            <a:endParaRPr kumimoji="1" lang="zh-TW" altLang="en-US" sz="1600" dirty="0">
              <a:solidFill>
                <a:srgbClr val="C00000"/>
              </a:solidFill>
              <a:latin typeface="Hiragino Sans GB W3" panose="020B0300000000000000" pitchFamily="34" charset="-128"/>
              <a:ea typeface="Hiragino Sans GB W3" panose="020B0300000000000000" pitchFamily="34" charset="-128"/>
              <a:cs typeface="Times New Roman" panose="02020603050405020304" pitchFamily="18" charset="0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771C8CB-2DA5-2C41-8E7B-CE209A6DFD02}"/>
              </a:ext>
            </a:extLst>
          </p:cNvPr>
          <p:cNvGrpSpPr/>
          <p:nvPr/>
        </p:nvGrpSpPr>
        <p:grpSpPr>
          <a:xfrm>
            <a:off x="6721900" y="1986025"/>
            <a:ext cx="1680685" cy="1212358"/>
            <a:chOff x="5324900" y="1998725"/>
            <a:chExt cx="1680685" cy="1212358"/>
          </a:xfrm>
        </p:grpSpPr>
        <p:cxnSp>
          <p:nvCxnSpPr>
            <p:cNvPr id="87" name="直線接點 4">
              <a:extLst>
                <a:ext uri="{FF2B5EF4-FFF2-40B4-BE49-F238E27FC236}">
                  <a16:creationId xmlns:a16="http://schemas.microsoft.com/office/drawing/2014/main" id="{9B3F836D-54F1-E40E-0B2C-CB3784DEE96A}"/>
                </a:ext>
              </a:extLst>
            </p:cNvPr>
            <p:cNvCxnSpPr>
              <a:cxnSpLocks/>
            </p:cNvCxnSpPr>
            <p:nvPr/>
          </p:nvCxnSpPr>
          <p:spPr>
            <a:xfrm rot="2721184" flipV="1">
              <a:off x="5920766" y="2558990"/>
              <a:ext cx="330805" cy="18218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接點 5">
              <a:extLst>
                <a:ext uri="{FF2B5EF4-FFF2-40B4-BE49-F238E27FC236}">
                  <a16:creationId xmlns:a16="http://schemas.microsoft.com/office/drawing/2014/main" id="{1FBF7CAB-2030-12A4-66CD-A449D23CAE18}"/>
                </a:ext>
              </a:extLst>
            </p:cNvPr>
            <p:cNvCxnSpPr>
              <a:cxnSpLocks/>
              <a:stCxn id="90" idx="5"/>
            </p:cNvCxnSpPr>
            <p:nvPr/>
          </p:nvCxnSpPr>
          <p:spPr>
            <a:xfrm rot="2721184">
              <a:off x="6396939" y="2351282"/>
              <a:ext cx="141027" cy="29289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接點 7">
              <a:extLst>
                <a:ext uri="{FF2B5EF4-FFF2-40B4-BE49-F238E27FC236}">
                  <a16:creationId xmlns:a16="http://schemas.microsoft.com/office/drawing/2014/main" id="{0736909A-2444-26A1-D961-D3AC661FA881}"/>
                </a:ext>
              </a:extLst>
            </p:cNvPr>
            <p:cNvCxnSpPr>
              <a:cxnSpLocks/>
              <a:stCxn id="90" idx="3"/>
            </p:cNvCxnSpPr>
            <p:nvPr/>
          </p:nvCxnSpPr>
          <p:spPr>
            <a:xfrm rot="2721184" flipH="1">
              <a:off x="6075700" y="2094440"/>
              <a:ext cx="163582" cy="562211"/>
            </a:xfrm>
            <a:prstGeom prst="line">
              <a:avLst/>
            </a:prstGeom>
            <a:ln w="317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橢圓 8">
              <a:extLst>
                <a:ext uri="{FF2B5EF4-FFF2-40B4-BE49-F238E27FC236}">
                  <a16:creationId xmlns:a16="http://schemas.microsoft.com/office/drawing/2014/main" id="{9B1DE4F8-2074-B0C7-53F5-C81B9AAECA40}"/>
                </a:ext>
              </a:extLst>
            </p:cNvPr>
            <p:cNvSpPr/>
            <p:nvPr/>
          </p:nvSpPr>
          <p:spPr>
            <a:xfrm rot="2721184">
              <a:off x="6414960" y="2129064"/>
              <a:ext cx="215586" cy="21558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tx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91" name="橢圓 11">
              <a:extLst>
                <a:ext uri="{FF2B5EF4-FFF2-40B4-BE49-F238E27FC236}">
                  <a16:creationId xmlns:a16="http://schemas.microsoft.com/office/drawing/2014/main" id="{DF37E8C7-D95D-A4A7-10C2-875CD5E06595}"/>
                </a:ext>
              </a:extLst>
            </p:cNvPr>
            <p:cNvSpPr/>
            <p:nvPr/>
          </p:nvSpPr>
          <p:spPr>
            <a:xfrm rot="2721184">
              <a:off x="6264965" y="2643206"/>
              <a:ext cx="215585" cy="215585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tx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92" name="橢圓 12">
              <a:extLst>
                <a:ext uri="{FF2B5EF4-FFF2-40B4-BE49-F238E27FC236}">
                  <a16:creationId xmlns:a16="http://schemas.microsoft.com/office/drawing/2014/main" id="{CDA3E3E2-3703-DB62-955E-03C6DA4A46F2}"/>
                </a:ext>
              </a:extLst>
            </p:cNvPr>
            <p:cNvSpPr/>
            <p:nvPr/>
          </p:nvSpPr>
          <p:spPr>
            <a:xfrm rot="2721184">
              <a:off x="5703702" y="2444033"/>
              <a:ext cx="215585" cy="21558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93" name="文字方塊 77">
              <a:extLst>
                <a:ext uri="{FF2B5EF4-FFF2-40B4-BE49-F238E27FC236}">
                  <a16:creationId xmlns:a16="http://schemas.microsoft.com/office/drawing/2014/main" id="{9E4CDC05-0C1C-B9DA-3CD3-63C6BDBED859}"/>
                </a:ext>
              </a:extLst>
            </p:cNvPr>
            <p:cNvSpPr txBox="1"/>
            <p:nvPr/>
          </p:nvSpPr>
          <p:spPr>
            <a:xfrm>
              <a:off x="5720025" y="2723253"/>
              <a:ext cx="35298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d1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94" name="文字方塊 78">
              <a:extLst>
                <a:ext uri="{FF2B5EF4-FFF2-40B4-BE49-F238E27FC236}">
                  <a16:creationId xmlns:a16="http://schemas.microsoft.com/office/drawing/2014/main" id="{9EA0E99F-0750-871E-993E-668EFFDA00BB}"/>
                </a:ext>
              </a:extLst>
            </p:cNvPr>
            <p:cNvSpPr txBox="1"/>
            <p:nvPr/>
          </p:nvSpPr>
          <p:spPr>
            <a:xfrm>
              <a:off x="6583675" y="2594865"/>
              <a:ext cx="4219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ego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95" name="文字方塊 79">
              <a:extLst>
                <a:ext uri="{FF2B5EF4-FFF2-40B4-BE49-F238E27FC236}">
                  <a16:creationId xmlns:a16="http://schemas.microsoft.com/office/drawing/2014/main" id="{55ED5E91-748F-84B8-4238-AEF3B3DB6E14}"/>
                </a:ext>
              </a:extLst>
            </p:cNvPr>
            <p:cNvSpPr txBox="1"/>
            <p:nvPr/>
          </p:nvSpPr>
          <p:spPr>
            <a:xfrm>
              <a:off x="6129424" y="1998725"/>
              <a:ext cx="35298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d1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96" name="橢圓 20">
              <a:extLst>
                <a:ext uri="{FF2B5EF4-FFF2-40B4-BE49-F238E27FC236}">
                  <a16:creationId xmlns:a16="http://schemas.microsoft.com/office/drawing/2014/main" id="{7D33AE4C-8528-129F-0C95-340C728A7D5C}"/>
                </a:ext>
              </a:extLst>
            </p:cNvPr>
            <p:cNvSpPr/>
            <p:nvPr/>
          </p:nvSpPr>
          <p:spPr>
            <a:xfrm rot="4711812">
              <a:off x="5745571" y="2145622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97" name="橢圓 21">
              <a:extLst>
                <a:ext uri="{FF2B5EF4-FFF2-40B4-BE49-F238E27FC236}">
                  <a16:creationId xmlns:a16="http://schemas.microsoft.com/office/drawing/2014/main" id="{36CD282F-3AC0-0474-7100-D1E9D872A388}"/>
                </a:ext>
              </a:extLst>
            </p:cNvPr>
            <p:cNvSpPr/>
            <p:nvPr/>
          </p:nvSpPr>
          <p:spPr>
            <a:xfrm rot="7441547">
              <a:off x="5473879" y="2238408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98" name="橢圓 22">
              <a:extLst>
                <a:ext uri="{FF2B5EF4-FFF2-40B4-BE49-F238E27FC236}">
                  <a16:creationId xmlns:a16="http://schemas.microsoft.com/office/drawing/2014/main" id="{86957518-2AB1-830E-0F99-F8BC323A1631}"/>
                </a:ext>
              </a:extLst>
            </p:cNvPr>
            <p:cNvSpPr/>
            <p:nvPr/>
          </p:nvSpPr>
          <p:spPr>
            <a:xfrm rot="4143140">
              <a:off x="5539041" y="2642678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99" name="橢圓 23">
              <a:extLst>
                <a:ext uri="{FF2B5EF4-FFF2-40B4-BE49-F238E27FC236}">
                  <a16:creationId xmlns:a16="http://schemas.microsoft.com/office/drawing/2014/main" id="{5CDD69F7-4267-453E-A08A-2B8C520C1FFB}"/>
                </a:ext>
              </a:extLst>
            </p:cNvPr>
            <p:cNvSpPr/>
            <p:nvPr/>
          </p:nvSpPr>
          <p:spPr>
            <a:xfrm rot="5218443">
              <a:off x="5324900" y="2460949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100" name="直線接點 48">
              <a:extLst>
                <a:ext uri="{FF2B5EF4-FFF2-40B4-BE49-F238E27FC236}">
                  <a16:creationId xmlns:a16="http://schemas.microsoft.com/office/drawing/2014/main" id="{F5C419A6-CF7E-2E03-E5D0-561B7ED3C2AA}"/>
                </a:ext>
              </a:extLst>
            </p:cNvPr>
            <p:cNvCxnSpPr>
              <a:cxnSpLocks/>
              <a:stCxn id="97" idx="0"/>
              <a:endCxn id="92" idx="2"/>
            </p:cNvCxnSpPr>
            <p:nvPr/>
          </p:nvCxnSpPr>
          <p:spPr>
            <a:xfrm rot="2721184" flipV="1">
              <a:off x="5557954" y="2400851"/>
              <a:ext cx="205746" cy="738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接點 49">
              <a:extLst>
                <a:ext uri="{FF2B5EF4-FFF2-40B4-BE49-F238E27FC236}">
                  <a16:creationId xmlns:a16="http://schemas.microsoft.com/office/drawing/2014/main" id="{CA434857-1D2E-4143-818B-7D0C5068F937}"/>
                </a:ext>
              </a:extLst>
            </p:cNvPr>
            <p:cNvCxnSpPr>
              <a:cxnSpLocks/>
              <a:stCxn id="92" idx="1"/>
              <a:endCxn id="96" idx="6"/>
            </p:cNvCxnSpPr>
            <p:nvPr/>
          </p:nvCxnSpPr>
          <p:spPr>
            <a:xfrm rot="2721184" flipH="1" flipV="1">
              <a:off x="5754988" y="2290805"/>
              <a:ext cx="121195" cy="129344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接點 50">
              <a:extLst>
                <a:ext uri="{FF2B5EF4-FFF2-40B4-BE49-F238E27FC236}">
                  <a16:creationId xmlns:a16="http://schemas.microsoft.com/office/drawing/2014/main" id="{73C4A1BE-A249-3017-AE90-CC6474B3C818}"/>
                </a:ext>
              </a:extLst>
            </p:cNvPr>
            <p:cNvCxnSpPr>
              <a:cxnSpLocks/>
              <a:stCxn id="92" idx="3"/>
              <a:endCxn id="99" idx="0"/>
            </p:cNvCxnSpPr>
            <p:nvPr/>
          </p:nvCxnSpPr>
          <p:spPr>
            <a:xfrm rot="2721184" flipH="1">
              <a:off x="5473989" y="2455181"/>
              <a:ext cx="203060" cy="159775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接點 51">
              <a:extLst>
                <a:ext uri="{FF2B5EF4-FFF2-40B4-BE49-F238E27FC236}">
                  <a16:creationId xmlns:a16="http://schemas.microsoft.com/office/drawing/2014/main" id="{F7AA6C6B-BABB-FC23-4DB5-0E7233649F92}"/>
                </a:ext>
              </a:extLst>
            </p:cNvPr>
            <p:cNvCxnSpPr>
              <a:cxnSpLocks/>
              <a:stCxn id="92" idx="4"/>
              <a:endCxn id="98" idx="0"/>
            </p:cNvCxnSpPr>
            <p:nvPr/>
          </p:nvCxnSpPr>
          <p:spPr>
            <a:xfrm rot="2721184" flipH="1">
              <a:off x="5688372" y="2608175"/>
              <a:ext cx="15572" cy="9326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橢圓 20">
              <a:extLst>
                <a:ext uri="{FF2B5EF4-FFF2-40B4-BE49-F238E27FC236}">
                  <a16:creationId xmlns:a16="http://schemas.microsoft.com/office/drawing/2014/main" id="{B57226D8-21C4-9497-9EAB-688AB56B67E7}"/>
                </a:ext>
              </a:extLst>
            </p:cNvPr>
            <p:cNvSpPr/>
            <p:nvPr/>
          </p:nvSpPr>
          <p:spPr>
            <a:xfrm rot="19175915">
              <a:off x="6004206" y="2872938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05" name="橢圓 21">
              <a:extLst>
                <a:ext uri="{FF2B5EF4-FFF2-40B4-BE49-F238E27FC236}">
                  <a16:creationId xmlns:a16="http://schemas.microsoft.com/office/drawing/2014/main" id="{43E5771E-70AC-B40B-3506-84666CFC4FBD}"/>
                </a:ext>
              </a:extLst>
            </p:cNvPr>
            <p:cNvSpPr/>
            <p:nvPr/>
          </p:nvSpPr>
          <p:spPr>
            <a:xfrm rot="305650">
              <a:off x="6216847" y="3065835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06" name="橢圓 22">
              <a:extLst>
                <a:ext uri="{FF2B5EF4-FFF2-40B4-BE49-F238E27FC236}">
                  <a16:creationId xmlns:a16="http://schemas.microsoft.com/office/drawing/2014/main" id="{DC04587D-1319-160D-86D3-D00DC0CEDB00}"/>
                </a:ext>
              </a:extLst>
            </p:cNvPr>
            <p:cNvSpPr/>
            <p:nvPr/>
          </p:nvSpPr>
          <p:spPr>
            <a:xfrm rot="18607243">
              <a:off x="6539140" y="2813234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07" name="橢圓 23">
              <a:extLst>
                <a:ext uri="{FF2B5EF4-FFF2-40B4-BE49-F238E27FC236}">
                  <a16:creationId xmlns:a16="http://schemas.microsoft.com/office/drawing/2014/main" id="{A29393D9-A6C9-6F8B-5023-3A24399F362E}"/>
                </a:ext>
              </a:extLst>
            </p:cNvPr>
            <p:cNvSpPr/>
            <p:nvPr/>
          </p:nvSpPr>
          <p:spPr>
            <a:xfrm rot="19682546">
              <a:off x="6483685" y="3088564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108" name="直線接點 48">
              <a:extLst>
                <a:ext uri="{FF2B5EF4-FFF2-40B4-BE49-F238E27FC236}">
                  <a16:creationId xmlns:a16="http://schemas.microsoft.com/office/drawing/2014/main" id="{F6B5DA2E-FBF2-5818-3BCA-AF287DF76789}"/>
                </a:ext>
              </a:extLst>
            </p:cNvPr>
            <p:cNvCxnSpPr>
              <a:cxnSpLocks/>
              <a:stCxn id="105" idx="0"/>
            </p:cNvCxnSpPr>
            <p:nvPr/>
          </p:nvCxnSpPr>
          <p:spPr>
            <a:xfrm rot="17185287" flipV="1">
              <a:off x="6206215" y="2962668"/>
              <a:ext cx="205746" cy="738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線接點 49">
              <a:extLst>
                <a:ext uri="{FF2B5EF4-FFF2-40B4-BE49-F238E27FC236}">
                  <a16:creationId xmlns:a16="http://schemas.microsoft.com/office/drawing/2014/main" id="{AA0B7E48-A9DC-D79A-2469-3A3B1C549AE0}"/>
                </a:ext>
              </a:extLst>
            </p:cNvPr>
            <p:cNvCxnSpPr>
              <a:cxnSpLocks/>
              <a:endCxn id="104" idx="6"/>
            </p:cNvCxnSpPr>
            <p:nvPr/>
          </p:nvCxnSpPr>
          <p:spPr>
            <a:xfrm rot="17185287" flipH="1" flipV="1">
              <a:off x="6130683" y="2789978"/>
              <a:ext cx="121195" cy="129344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接點 50">
              <a:extLst>
                <a:ext uri="{FF2B5EF4-FFF2-40B4-BE49-F238E27FC236}">
                  <a16:creationId xmlns:a16="http://schemas.microsoft.com/office/drawing/2014/main" id="{097592B8-EA69-81A6-456C-FF3003BA22BC}"/>
                </a:ext>
              </a:extLst>
            </p:cNvPr>
            <p:cNvCxnSpPr>
              <a:cxnSpLocks/>
              <a:endCxn id="107" idx="0"/>
            </p:cNvCxnSpPr>
            <p:nvPr/>
          </p:nvCxnSpPr>
          <p:spPr>
            <a:xfrm rot="17185287" flipH="1">
              <a:off x="6363064" y="2897988"/>
              <a:ext cx="203060" cy="159775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線接點 51">
              <a:extLst>
                <a:ext uri="{FF2B5EF4-FFF2-40B4-BE49-F238E27FC236}">
                  <a16:creationId xmlns:a16="http://schemas.microsoft.com/office/drawing/2014/main" id="{A9D340EC-A891-4AD9-BC74-E78C9BEC9014}"/>
                </a:ext>
              </a:extLst>
            </p:cNvPr>
            <p:cNvCxnSpPr>
              <a:cxnSpLocks/>
              <a:endCxn id="106" idx="0"/>
            </p:cNvCxnSpPr>
            <p:nvPr/>
          </p:nvCxnSpPr>
          <p:spPr>
            <a:xfrm rot="17185287" flipH="1">
              <a:off x="6503241" y="2767736"/>
              <a:ext cx="15572" cy="9326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線接點 51">
              <a:extLst>
                <a:ext uri="{FF2B5EF4-FFF2-40B4-BE49-F238E27FC236}">
                  <a16:creationId xmlns:a16="http://schemas.microsoft.com/office/drawing/2014/main" id="{EB9057B8-D368-8DFF-15AE-49D07BD2219B}"/>
                </a:ext>
              </a:extLst>
            </p:cNvPr>
            <p:cNvCxnSpPr>
              <a:cxnSpLocks/>
              <a:stCxn id="104" idx="4"/>
              <a:endCxn id="105" idx="1"/>
            </p:cNvCxnSpPr>
            <p:nvPr/>
          </p:nvCxnSpPr>
          <p:spPr>
            <a:xfrm rot="14464103" flipH="1">
              <a:off x="6096231" y="2996004"/>
              <a:ext cx="151516" cy="6894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線接點 51">
              <a:extLst>
                <a:ext uri="{FF2B5EF4-FFF2-40B4-BE49-F238E27FC236}">
                  <a16:creationId xmlns:a16="http://schemas.microsoft.com/office/drawing/2014/main" id="{9EE288C5-3857-6E52-58A7-61003200059C}"/>
                </a:ext>
              </a:extLst>
            </p:cNvPr>
            <p:cNvCxnSpPr>
              <a:cxnSpLocks/>
              <a:stCxn id="105" idx="6"/>
              <a:endCxn id="107" idx="1"/>
            </p:cNvCxnSpPr>
            <p:nvPr/>
          </p:nvCxnSpPr>
          <p:spPr>
            <a:xfrm rot="14464103" flipH="1">
              <a:off x="6375330" y="3071153"/>
              <a:ext cx="73729" cy="126227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接點 51">
              <a:extLst>
                <a:ext uri="{FF2B5EF4-FFF2-40B4-BE49-F238E27FC236}">
                  <a16:creationId xmlns:a16="http://schemas.microsoft.com/office/drawing/2014/main" id="{F6DD8C98-FAB0-8B1D-152A-C936D4B00DF0}"/>
                </a:ext>
              </a:extLst>
            </p:cNvPr>
            <p:cNvCxnSpPr>
              <a:cxnSpLocks/>
              <a:stCxn id="107" idx="7"/>
              <a:endCxn id="106" idx="3"/>
            </p:cNvCxnSpPr>
            <p:nvPr/>
          </p:nvCxnSpPr>
          <p:spPr>
            <a:xfrm rot="14464103">
              <a:off x="6525862" y="2954942"/>
              <a:ext cx="112656" cy="11579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群組 151">
            <a:extLst>
              <a:ext uri="{FF2B5EF4-FFF2-40B4-BE49-F238E27FC236}">
                <a16:creationId xmlns:a16="http://schemas.microsoft.com/office/drawing/2014/main" id="{7F544D9B-54F1-3E29-A032-8FC26503D2A2}"/>
              </a:ext>
            </a:extLst>
          </p:cNvPr>
          <p:cNvGrpSpPr/>
          <p:nvPr/>
        </p:nvGrpSpPr>
        <p:grpSpPr>
          <a:xfrm>
            <a:off x="8963207" y="5037016"/>
            <a:ext cx="753779" cy="656978"/>
            <a:chOff x="2838095" y="4153582"/>
            <a:chExt cx="1169633" cy="1019432"/>
          </a:xfrm>
        </p:grpSpPr>
        <p:cxnSp>
          <p:nvCxnSpPr>
            <p:cNvPr id="120" name="直線箭頭接點 116">
              <a:extLst>
                <a:ext uri="{FF2B5EF4-FFF2-40B4-BE49-F238E27FC236}">
                  <a16:creationId xmlns:a16="http://schemas.microsoft.com/office/drawing/2014/main" id="{A06766FA-3484-9600-E8A5-E7E0898C93C0}"/>
                </a:ext>
              </a:extLst>
            </p:cNvPr>
            <p:cNvCxnSpPr>
              <a:cxnSpLocks/>
            </p:cNvCxnSpPr>
            <p:nvPr/>
          </p:nvCxnSpPr>
          <p:spPr>
            <a:xfrm>
              <a:off x="2838095" y="4619812"/>
              <a:ext cx="1169633" cy="0"/>
            </a:xfrm>
            <a:prstGeom prst="straightConnector1">
              <a:avLst/>
            </a:prstGeom>
            <a:ln w="254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箭頭接點 119">
              <a:extLst>
                <a:ext uri="{FF2B5EF4-FFF2-40B4-BE49-F238E27FC236}">
                  <a16:creationId xmlns:a16="http://schemas.microsoft.com/office/drawing/2014/main" id="{AD73F550-1C4E-468D-1090-50012477C4A5}"/>
                </a:ext>
              </a:extLst>
            </p:cNvPr>
            <p:cNvCxnSpPr>
              <a:cxnSpLocks/>
              <a:endCxn id="123" idx="2"/>
            </p:cNvCxnSpPr>
            <p:nvPr/>
          </p:nvCxnSpPr>
          <p:spPr>
            <a:xfrm flipH="1" flipV="1">
              <a:off x="3414928" y="4631159"/>
              <a:ext cx="2" cy="499273"/>
            </a:xfrm>
            <a:prstGeom prst="straightConnector1">
              <a:avLst/>
            </a:prstGeom>
            <a:ln w="254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文字方塊 120">
              <a:extLst>
                <a:ext uri="{FF2B5EF4-FFF2-40B4-BE49-F238E27FC236}">
                  <a16:creationId xmlns:a16="http://schemas.microsoft.com/office/drawing/2014/main" id="{35EDA096-E9F2-9D4E-A566-F47E3CAF9BC7}"/>
                </a:ext>
              </a:extLst>
            </p:cNvPr>
            <p:cNvSpPr txBox="1"/>
            <p:nvPr/>
          </p:nvSpPr>
          <p:spPr>
            <a:xfrm>
              <a:off x="3180866" y="4153582"/>
              <a:ext cx="468124" cy="4775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400" dirty="0">
                  <a:solidFill>
                    <a:srgbClr val="C00000"/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+</a:t>
              </a:r>
              <a:endParaRPr kumimoji="1" lang="zh-TW" altLang="en-US" sz="1400" dirty="0">
                <a:solidFill>
                  <a:srgbClr val="C0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24" name="文字方塊 120">
              <a:extLst>
                <a:ext uri="{FF2B5EF4-FFF2-40B4-BE49-F238E27FC236}">
                  <a16:creationId xmlns:a16="http://schemas.microsoft.com/office/drawing/2014/main" id="{8191D96E-23E8-E1C4-DBCD-D006DCECEB19}"/>
                </a:ext>
              </a:extLst>
            </p:cNvPr>
            <p:cNvSpPr txBox="1"/>
            <p:nvPr/>
          </p:nvSpPr>
          <p:spPr>
            <a:xfrm>
              <a:off x="3404100" y="4647680"/>
              <a:ext cx="400964" cy="5253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C00000"/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-</a:t>
              </a:r>
              <a:endParaRPr kumimoji="1" lang="zh-TW" altLang="en-US" sz="1600" dirty="0">
                <a:solidFill>
                  <a:srgbClr val="C000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</p:grpSp>
      <p:pic>
        <p:nvPicPr>
          <p:cNvPr id="125" name="Picture 124">
            <a:extLst>
              <a:ext uri="{FF2B5EF4-FFF2-40B4-BE49-F238E27FC236}">
                <a16:creationId xmlns:a16="http://schemas.microsoft.com/office/drawing/2014/main" id="{ED3147C1-79C3-1ECD-2ABB-2A643B866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452" y="4880729"/>
            <a:ext cx="369932" cy="369930"/>
          </a:xfrm>
          <a:prstGeom prst="rect">
            <a:avLst/>
          </a:prstGeom>
        </p:spPr>
      </p:pic>
      <p:grpSp>
        <p:nvGrpSpPr>
          <p:cNvPr id="127" name="Group 126">
            <a:extLst>
              <a:ext uri="{FF2B5EF4-FFF2-40B4-BE49-F238E27FC236}">
                <a16:creationId xmlns:a16="http://schemas.microsoft.com/office/drawing/2014/main" id="{8978E243-350B-521B-F353-1BE95E2805B6}"/>
              </a:ext>
            </a:extLst>
          </p:cNvPr>
          <p:cNvGrpSpPr/>
          <p:nvPr/>
        </p:nvGrpSpPr>
        <p:grpSpPr>
          <a:xfrm>
            <a:off x="6555646" y="5072125"/>
            <a:ext cx="1680685" cy="1212358"/>
            <a:chOff x="5324900" y="1998725"/>
            <a:chExt cx="1680685" cy="1212358"/>
          </a:xfrm>
        </p:grpSpPr>
        <p:cxnSp>
          <p:nvCxnSpPr>
            <p:cNvPr id="128" name="直線接點 4">
              <a:extLst>
                <a:ext uri="{FF2B5EF4-FFF2-40B4-BE49-F238E27FC236}">
                  <a16:creationId xmlns:a16="http://schemas.microsoft.com/office/drawing/2014/main" id="{96D5AFA7-DC7B-D2BC-58E4-A7BA5CA68EF3}"/>
                </a:ext>
              </a:extLst>
            </p:cNvPr>
            <p:cNvCxnSpPr>
              <a:cxnSpLocks/>
            </p:cNvCxnSpPr>
            <p:nvPr/>
          </p:nvCxnSpPr>
          <p:spPr>
            <a:xfrm rot="2721184" flipV="1">
              <a:off x="5920766" y="2558990"/>
              <a:ext cx="330805" cy="18218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線接點 5">
              <a:extLst>
                <a:ext uri="{FF2B5EF4-FFF2-40B4-BE49-F238E27FC236}">
                  <a16:creationId xmlns:a16="http://schemas.microsoft.com/office/drawing/2014/main" id="{70F00F38-4955-8E50-FD8A-78DC3EFD9984}"/>
                </a:ext>
              </a:extLst>
            </p:cNvPr>
            <p:cNvCxnSpPr>
              <a:cxnSpLocks/>
              <a:stCxn id="131" idx="5"/>
            </p:cNvCxnSpPr>
            <p:nvPr/>
          </p:nvCxnSpPr>
          <p:spPr>
            <a:xfrm rot="2721184">
              <a:off x="6396939" y="2351282"/>
              <a:ext cx="141027" cy="29289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接點 7">
              <a:extLst>
                <a:ext uri="{FF2B5EF4-FFF2-40B4-BE49-F238E27FC236}">
                  <a16:creationId xmlns:a16="http://schemas.microsoft.com/office/drawing/2014/main" id="{7B2A1E73-FE92-D12D-39F3-8EECE2DBC6D0}"/>
                </a:ext>
              </a:extLst>
            </p:cNvPr>
            <p:cNvCxnSpPr>
              <a:cxnSpLocks/>
              <a:stCxn id="131" idx="3"/>
            </p:cNvCxnSpPr>
            <p:nvPr/>
          </p:nvCxnSpPr>
          <p:spPr>
            <a:xfrm rot="2721184" flipH="1">
              <a:off x="6075700" y="2094440"/>
              <a:ext cx="163582" cy="562211"/>
            </a:xfrm>
            <a:prstGeom prst="line">
              <a:avLst/>
            </a:prstGeom>
            <a:ln w="317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橢圓 8">
              <a:extLst>
                <a:ext uri="{FF2B5EF4-FFF2-40B4-BE49-F238E27FC236}">
                  <a16:creationId xmlns:a16="http://schemas.microsoft.com/office/drawing/2014/main" id="{A516C7DE-B5D2-B0B9-AD2E-F58525F68BB7}"/>
                </a:ext>
              </a:extLst>
            </p:cNvPr>
            <p:cNvSpPr/>
            <p:nvPr/>
          </p:nvSpPr>
          <p:spPr>
            <a:xfrm rot="2721184">
              <a:off x="6414960" y="2129064"/>
              <a:ext cx="215586" cy="21558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tx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32" name="橢圓 11">
              <a:extLst>
                <a:ext uri="{FF2B5EF4-FFF2-40B4-BE49-F238E27FC236}">
                  <a16:creationId xmlns:a16="http://schemas.microsoft.com/office/drawing/2014/main" id="{5304E424-3FE1-07F1-3DE5-5746E858BF0E}"/>
                </a:ext>
              </a:extLst>
            </p:cNvPr>
            <p:cNvSpPr/>
            <p:nvPr/>
          </p:nvSpPr>
          <p:spPr>
            <a:xfrm rot="2721184">
              <a:off x="6264965" y="2643206"/>
              <a:ext cx="215585" cy="215585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tx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33" name="橢圓 12">
              <a:extLst>
                <a:ext uri="{FF2B5EF4-FFF2-40B4-BE49-F238E27FC236}">
                  <a16:creationId xmlns:a16="http://schemas.microsoft.com/office/drawing/2014/main" id="{D6C4483E-9E1A-8CB7-F718-844AB162A437}"/>
                </a:ext>
              </a:extLst>
            </p:cNvPr>
            <p:cNvSpPr/>
            <p:nvPr/>
          </p:nvSpPr>
          <p:spPr>
            <a:xfrm rot="2721184">
              <a:off x="5703702" y="2444033"/>
              <a:ext cx="215585" cy="21558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34" name="文字方塊 77">
              <a:extLst>
                <a:ext uri="{FF2B5EF4-FFF2-40B4-BE49-F238E27FC236}">
                  <a16:creationId xmlns:a16="http://schemas.microsoft.com/office/drawing/2014/main" id="{51CAA676-4066-50E2-7D5C-3C77FE685373}"/>
                </a:ext>
              </a:extLst>
            </p:cNvPr>
            <p:cNvSpPr txBox="1"/>
            <p:nvPr/>
          </p:nvSpPr>
          <p:spPr>
            <a:xfrm>
              <a:off x="5720025" y="2723253"/>
              <a:ext cx="35298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d1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35" name="文字方塊 78">
              <a:extLst>
                <a:ext uri="{FF2B5EF4-FFF2-40B4-BE49-F238E27FC236}">
                  <a16:creationId xmlns:a16="http://schemas.microsoft.com/office/drawing/2014/main" id="{4E968E21-68F6-0057-E3EF-0F753AA1D04F}"/>
                </a:ext>
              </a:extLst>
            </p:cNvPr>
            <p:cNvSpPr txBox="1"/>
            <p:nvPr/>
          </p:nvSpPr>
          <p:spPr>
            <a:xfrm>
              <a:off x="6583675" y="2594865"/>
              <a:ext cx="4219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ego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36" name="文字方塊 79">
              <a:extLst>
                <a:ext uri="{FF2B5EF4-FFF2-40B4-BE49-F238E27FC236}">
                  <a16:creationId xmlns:a16="http://schemas.microsoft.com/office/drawing/2014/main" id="{BEF61E4F-CEB5-AD43-B161-95E68B8A62ED}"/>
                </a:ext>
              </a:extLst>
            </p:cNvPr>
            <p:cNvSpPr txBox="1"/>
            <p:nvPr/>
          </p:nvSpPr>
          <p:spPr>
            <a:xfrm>
              <a:off x="6129424" y="1998725"/>
              <a:ext cx="35298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d1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37" name="橢圓 20">
              <a:extLst>
                <a:ext uri="{FF2B5EF4-FFF2-40B4-BE49-F238E27FC236}">
                  <a16:creationId xmlns:a16="http://schemas.microsoft.com/office/drawing/2014/main" id="{9CC1A979-9344-BF5C-5725-424A326DDB4E}"/>
                </a:ext>
              </a:extLst>
            </p:cNvPr>
            <p:cNvSpPr/>
            <p:nvPr/>
          </p:nvSpPr>
          <p:spPr>
            <a:xfrm rot="4711812">
              <a:off x="5745571" y="2145622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38" name="橢圓 21">
              <a:extLst>
                <a:ext uri="{FF2B5EF4-FFF2-40B4-BE49-F238E27FC236}">
                  <a16:creationId xmlns:a16="http://schemas.microsoft.com/office/drawing/2014/main" id="{1995B4D9-8F54-2B30-B8C3-A11D91031189}"/>
                </a:ext>
              </a:extLst>
            </p:cNvPr>
            <p:cNvSpPr/>
            <p:nvPr/>
          </p:nvSpPr>
          <p:spPr>
            <a:xfrm rot="7441547">
              <a:off x="5473879" y="2238408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39" name="橢圓 22">
              <a:extLst>
                <a:ext uri="{FF2B5EF4-FFF2-40B4-BE49-F238E27FC236}">
                  <a16:creationId xmlns:a16="http://schemas.microsoft.com/office/drawing/2014/main" id="{F0C1BA73-E1F5-D162-6DA0-4ADE3DE84287}"/>
                </a:ext>
              </a:extLst>
            </p:cNvPr>
            <p:cNvSpPr/>
            <p:nvPr/>
          </p:nvSpPr>
          <p:spPr>
            <a:xfrm rot="4143140">
              <a:off x="5539041" y="2642678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40" name="橢圓 23">
              <a:extLst>
                <a:ext uri="{FF2B5EF4-FFF2-40B4-BE49-F238E27FC236}">
                  <a16:creationId xmlns:a16="http://schemas.microsoft.com/office/drawing/2014/main" id="{4B1E5608-169E-CFDC-E877-ECF43DB093F3}"/>
                </a:ext>
              </a:extLst>
            </p:cNvPr>
            <p:cNvSpPr/>
            <p:nvPr/>
          </p:nvSpPr>
          <p:spPr>
            <a:xfrm rot="5218443">
              <a:off x="5324900" y="2460949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141" name="直線接點 48">
              <a:extLst>
                <a:ext uri="{FF2B5EF4-FFF2-40B4-BE49-F238E27FC236}">
                  <a16:creationId xmlns:a16="http://schemas.microsoft.com/office/drawing/2014/main" id="{028F94CB-B6B7-8A8C-8B17-67E2A44DFEDB}"/>
                </a:ext>
              </a:extLst>
            </p:cNvPr>
            <p:cNvCxnSpPr>
              <a:cxnSpLocks/>
              <a:stCxn id="138" idx="0"/>
              <a:endCxn id="133" idx="2"/>
            </p:cNvCxnSpPr>
            <p:nvPr/>
          </p:nvCxnSpPr>
          <p:spPr>
            <a:xfrm rot="2721184" flipV="1">
              <a:off x="5557954" y="2400851"/>
              <a:ext cx="205746" cy="738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接點 49">
              <a:extLst>
                <a:ext uri="{FF2B5EF4-FFF2-40B4-BE49-F238E27FC236}">
                  <a16:creationId xmlns:a16="http://schemas.microsoft.com/office/drawing/2014/main" id="{5CE58988-B832-F627-2D9D-3A82B7FF7B69}"/>
                </a:ext>
              </a:extLst>
            </p:cNvPr>
            <p:cNvCxnSpPr>
              <a:cxnSpLocks/>
              <a:stCxn id="133" idx="1"/>
              <a:endCxn id="137" idx="6"/>
            </p:cNvCxnSpPr>
            <p:nvPr/>
          </p:nvCxnSpPr>
          <p:spPr>
            <a:xfrm rot="2721184" flipH="1" flipV="1">
              <a:off x="5754988" y="2290805"/>
              <a:ext cx="121195" cy="129344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接點 50">
              <a:extLst>
                <a:ext uri="{FF2B5EF4-FFF2-40B4-BE49-F238E27FC236}">
                  <a16:creationId xmlns:a16="http://schemas.microsoft.com/office/drawing/2014/main" id="{252402B6-BEF9-F8BB-32B6-881ED9F41AE2}"/>
                </a:ext>
              </a:extLst>
            </p:cNvPr>
            <p:cNvCxnSpPr>
              <a:cxnSpLocks/>
              <a:stCxn id="133" idx="3"/>
              <a:endCxn id="140" idx="0"/>
            </p:cNvCxnSpPr>
            <p:nvPr/>
          </p:nvCxnSpPr>
          <p:spPr>
            <a:xfrm rot="2721184" flipH="1">
              <a:off x="5473989" y="2455181"/>
              <a:ext cx="203060" cy="159775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線接點 51">
              <a:extLst>
                <a:ext uri="{FF2B5EF4-FFF2-40B4-BE49-F238E27FC236}">
                  <a16:creationId xmlns:a16="http://schemas.microsoft.com/office/drawing/2014/main" id="{C3C63371-0B89-D0EA-AE8B-9D7CAE87213E}"/>
                </a:ext>
              </a:extLst>
            </p:cNvPr>
            <p:cNvCxnSpPr>
              <a:cxnSpLocks/>
              <a:stCxn id="133" idx="4"/>
              <a:endCxn id="139" idx="0"/>
            </p:cNvCxnSpPr>
            <p:nvPr/>
          </p:nvCxnSpPr>
          <p:spPr>
            <a:xfrm rot="2721184" flipH="1">
              <a:off x="5688372" y="2608175"/>
              <a:ext cx="15572" cy="9326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橢圓 20">
              <a:extLst>
                <a:ext uri="{FF2B5EF4-FFF2-40B4-BE49-F238E27FC236}">
                  <a16:creationId xmlns:a16="http://schemas.microsoft.com/office/drawing/2014/main" id="{D77F4F62-4F0F-8B1F-5700-4B71E0F8E663}"/>
                </a:ext>
              </a:extLst>
            </p:cNvPr>
            <p:cNvSpPr/>
            <p:nvPr/>
          </p:nvSpPr>
          <p:spPr>
            <a:xfrm rot="19175915">
              <a:off x="6004206" y="2872938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46" name="橢圓 21">
              <a:extLst>
                <a:ext uri="{FF2B5EF4-FFF2-40B4-BE49-F238E27FC236}">
                  <a16:creationId xmlns:a16="http://schemas.microsoft.com/office/drawing/2014/main" id="{7925047B-09C3-0F78-A3AE-FB8FB36B3AA2}"/>
                </a:ext>
              </a:extLst>
            </p:cNvPr>
            <p:cNvSpPr/>
            <p:nvPr/>
          </p:nvSpPr>
          <p:spPr>
            <a:xfrm rot="305650">
              <a:off x="6216847" y="3065835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47" name="橢圓 22">
              <a:extLst>
                <a:ext uri="{FF2B5EF4-FFF2-40B4-BE49-F238E27FC236}">
                  <a16:creationId xmlns:a16="http://schemas.microsoft.com/office/drawing/2014/main" id="{C73BEA63-FD77-4451-244D-17AFF1C255AA}"/>
                </a:ext>
              </a:extLst>
            </p:cNvPr>
            <p:cNvSpPr/>
            <p:nvPr/>
          </p:nvSpPr>
          <p:spPr>
            <a:xfrm rot="18607243">
              <a:off x="6539140" y="2813234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48" name="橢圓 23">
              <a:extLst>
                <a:ext uri="{FF2B5EF4-FFF2-40B4-BE49-F238E27FC236}">
                  <a16:creationId xmlns:a16="http://schemas.microsoft.com/office/drawing/2014/main" id="{1AB66F75-76AD-1B56-1408-2A119618FFA5}"/>
                </a:ext>
              </a:extLst>
            </p:cNvPr>
            <p:cNvSpPr/>
            <p:nvPr/>
          </p:nvSpPr>
          <p:spPr>
            <a:xfrm rot="19682546">
              <a:off x="6483685" y="3088564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149" name="直線接點 48">
              <a:extLst>
                <a:ext uri="{FF2B5EF4-FFF2-40B4-BE49-F238E27FC236}">
                  <a16:creationId xmlns:a16="http://schemas.microsoft.com/office/drawing/2014/main" id="{B42B29E9-91E5-E177-967E-8B96B8E8BADD}"/>
                </a:ext>
              </a:extLst>
            </p:cNvPr>
            <p:cNvCxnSpPr>
              <a:cxnSpLocks/>
              <a:stCxn id="146" idx="0"/>
            </p:cNvCxnSpPr>
            <p:nvPr/>
          </p:nvCxnSpPr>
          <p:spPr>
            <a:xfrm rot="17185287" flipV="1">
              <a:off x="6206215" y="2962668"/>
              <a:ext cx="205746" cy="738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線接點 49">
              <a:extLst>
                <a:ext uri="{FF2B5EF4-FFF2-40B4-BE49-F238E27FC236}">
                  <a16:creationId xmlns:a16="http://schemas.microsoft.com/office/drawing/2014/main" id="{009D3DF7-DABE-FCB7-F747-8A38D1057DF1}"/>
                </a:ext>
              </a:extLst>
            </p:cNvPr>
            <p:cNvCxnSpPr>
              <a:cxnSpLocks/>
              <a:endCxn id="145" idx="6"/>
            </p:cNvCxnSpPr>
            <p:nvPr/>
          </p:nvCxnSpPr>
          <p:spPr>
            <a:xfrm rot="17185287" flipH="1" flipV="1">
              <a:off x="6130683" y="2789978"/>
              <a:ext cx="121195" cy="129344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線接點 50">
              <a:extLst>
                <a:ext uri="{FF2B5EF4-FFF2-40B4-BE49-F238E27FC236}">
                  <a16:creationId xmlns:a16="http://schemas.microsoft.com/office/drawing/2014/main" id="{F6CDC5CD-C536-3300-A5DC-D98B476772D7}"/>
                </a:ext>
              </a:extLst>
            </p:cNvPr>
            <p:cNvCxnSpPr>
              <a:cxnSpLocks/>
              <a:endCxn id="148" idx="0"/>
            </p:cNvCxnSpPr>
            <p:nvPr/>
          </p:nvCxnSpPr>
          <p:spPr>
            <a:xfrm rot="17185287" flipH="1">
              <a:off x="6363064" y="2897988"/>
              <a:ext cx="203060" cy="159775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接點 51">
              <a:extLst>
                <a:ext uri="{FF2B5EF4-FFF2-40B4-BE49-F238E27FC236}">
                  <a16:creationId xmlns:a16="http://schemas.microsoft.com/office/drawing/2014/main" id="{F2264222-68FB-58BE-A209-1A9577DC87C4}"/>
                </a:ext>
              </a:extLst>
            </p:cNvPr>
            <p:cNvCxnSpPr>
              <a:cxnSpLocks/>
              <a:endCxn id="147" idx="0"/>
            </p:cNvCxnSpPr>
            <p:nvPr/>
          </p:nvCxnSpPr>
          <p:spPr>
            <a:xfrm rot="17185287" flipH="1">
              <a:off x="6503241" y="2767736"/>
              <a:ext cx="15572" cy="9326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線接點 51">
              <a:extLst>
                <a:ext uri="{FF2B5EF4-FFF2-40B4-BE49-F238E27FC236}">
                  <a16:creationId xmlns:a16="http://schemas.microsoft.com/office/drawing/2014/main" id="{13A8BF3C-13E5-5D5B-EBF0-B9B58846F23F}"/>
                </a:ext>
              </a:extLst>
            </p:cNvPr>
            <p:cNvCxnSpPr>
              <a:cxnSpLocks/>
              <a:stCxn id="145" idx="4"/>
              <a:endCxn id="146" idx="1"/>
            </p:cNvCxnSpPr>
            <p:nvPr/>
          </p:nvCxnSpPr>
          <p:spPr>
            <a:xfrm rot="14464103" flipH="1">
              <a:off x="6096231" y="2996004"/>
              <a:ext cx="151516" cy="6894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接點 51">
              <a:extLst>
                <a:ext uri="{FF2B5EF4-FFF2-40B4-BE49-F238E27FC236}">
                  <a16:creationId xmlns:a16="http://schemas.microsoft.com/office/drawing/2014/main" id="{330F80F1-258E-3049-F411-B97419613B5B}"/>
                </a:ext>
              </a:extLst>
            </p:cNvPr>
            <p:cNvCxnSpPr>
              <a:cxnSpLocks/>
              <a:stCxn id="146" idx="6"/>
              <a:endCxn id="148" idx="1"/>
            </p:cNvCxnSpPr>
            <p:nvPr/>
          </p:nvCxnSpPr>
          <p:spPr>
            <a:xfrm rot="14464103" flipH="1">
              <a:off x="6375330" y="3071153"/>
              <a:ext cx="73729" cy="126227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接點 51">
              <a:extLst>
                <a:ext uri="{FF2B5EF4-FFF2-40B4-BE49-F238E27FC236}">
                  <a16:creationId xmlns:a16="http://schemas.microsoft.com/office/drawing/2014/main" id="{561E6DC6-F239-F484-0BF8-B06EF1DBE62D}"/>
                </a:ext>
              </a:extLst>
            </p:cNvPr>
            <p:cNvCxnSpPr>
              <a:cxnSpLocks/>
              <a:stCxn id="148" idx="7"/>
              <a:endCxn id="147" idx="3"/>
            </p:cNvCxnSpPr>
            <p:nvPr/>
          </p:nvCxnSpPr>
          <p:spPr>
            <a:xfrm rot="14464103">
              <a:off x="6525862" y="2954942"/>
              <a:ext cx="112656" cy="11579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378B3BBD-7FA2-BA14-1F7B-068977717260}"/>
              </a:ext>
            </a:extLst>
          </p:cNvPr>
          <p:cNvSpPr/>
          <p:nvPr/>
        </p:nvSpPr>
        <p:spPr>
          <a:xfrm>
            <a:off x="2146059" y="675964"/>
            <a:ext cx="3812382" cy="463125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63" name="Rounded Rectangle 162">
            <a:extLst>
              <a:ext uri="{FF2B5EF4-FFF2-40B4-BE49-F238E27FC236}">
                <a16:creationId xmlns:a16="http://schemas.microsoft.com/office/drawing/2014/main" id="{59A8904D-F44E-906B-3E6E-1CF8CE6C4946}"/>
              </a:ext>
            </a:extLst>
          </p:cNvPr>
          <p:cNvSpPr/>
          <p:nvPr/>
        </p:nvSpPr>
        <p:spPr>
          <a:xfrm>
            <a:off x="6616459" y="670598"/>
            <a:ext cx="3812382" cy="463125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64" name="Rounded Rectangle 163">
            <a:extLst>
              <a:ext uri="{FF2B5EF4-FFF2-40B4-BE49-F238E27FC236}">
                <a16:creationId xmlns:a16="http://schemas.microsoft.com/office/drawing/2014/main" id="{909D9805-DA27-0E5A-C1B2-F28B6A7DF96A}"/>
              </a:ext>
            </a:extLst>
          </p:cNvPr>
          <p:cNvSpPr/>
          <p:nvPr/>
        </p:nvSpPr>
        <p:spPr>
          <a:xfrm>
            <a:off x="2146059" y="3631587"/>
            <a:ext cx="3812382" cy="463125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A8E5CA71-F03E-01A4-55F8-45697A3992A9}"/>
              </a:ext>
            </a:extLst>
          </p:cNvPr>
          <p:cNvSpPr/>
          <p:nvPr/>
        </p:nvSpPr>
        <p:spPr>
          <a:xfrm>
            <a:off x="6613403" y="3631587"/>
            <a:ext cx="3812382" cy="463125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838A3A49-F7C5-EC32-C664-D5E18D1B0F18}"/>
              </a:ext>
            </a:extLst>
          </p:cNvPr>
          <p:cNvSpPr/>
          <p:nvPr/>
        </p:nvSpPr>
        <p:spPr>
          <a:xfrm>
            <a:off x="2177494" y="1272356"/>
            <a:ext cx="2499386" cy="9924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80BDAA83-CCBF-7B44-62E0-46C5F56387EF}"/>
              </a:ext>
            </a:extLst>
          </p:cNvPr>
          <p:cNvSpPr/>
          <p:nvPr/>
        </p:nvSpPr>
        <p:spPr>
          <a:xfrm>
            <a:off x="2304493" y="1450156"/>
            <a:ext cx="2360217" cy="9924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BAA95FB1-AD4A-01DA-33A3-D4533095B8D3}"/>
              </a:ext>
            </a:extLst>
          </p:cNvPr>
          <p:cNvSpPr/>
          <p:nvPr/>
        </p:nvSpPr>
        <p:spPr>
          <a:xfrm>
            <a:off x="2177493" y="1627956"/>
            <a:ext cx="2360217" cy="99244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E52FC370-826F-CD3B-F599-B5CB21EB16D4}"/>
              </a:ext>
            </a:extLst>
          </p:cNvPr>
          <p:cNvSpPr/>
          <p:nvPr/>
        </p:nvSpPr>
        <p:spPr>
          <a:xfrm>
            <a:off x="7198396" y="1282809"/>
            <a:ext cx="2318440" cy="10351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B46441A0-38E9-8450-9558-E6E44B98F692}"/>
              </a:ext>
            </a:extLst>
          </p:cNvPr>
          <p:cNvSpPr/>
          <p:nvPr/>
        </p:nvSpPr>
        <p:spPr>
          <a:xfrm>
            <a:off x="7241343" y="1460609"/>
            <a:ext cx="2556502" cy="9924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71" name="Rounded Rectangle 170">
            <a:extLst>
              <a:ext uri="{FF2B5EF4-FFF2-40B4-BE49-F238E27FC236}">
                <a16:creationId xmlns:a16="http://schemas.microsoft.com/office/drawing/2014/main" id="{2AD52340-CA22-E5C6-1057-574A2922EC1B}"/>
              </a:ext>
            </a:extLst>
          </p:cNvPr>
          <p:cNvSpPr/>
          <p:nvPr/>
        </p:nvSpPr>
        <p:spPr>
          <a:xfrm>
            <a:off x="7179662" y="1637830"/>
            <a:ext cx="2556502" cy="99244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5C7230A2-A0F3-DE28-B75C-05041E38ED33}"/>
              </a:ext>
            </a:extLst>
          </p:cNvPr>
          <p:cNvSpPr/>
          <p:nvPr/>
        </p:nvSpPr>
        <p:spPr>
          <a:xfrm>
            <a:off x="3367719" y="4209866"/>
            <a:ext cx="2164401" cy="11604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sp>
        <p:nvSpPr>
          <p:cNvPr id="173" name="Rounded Rectangle 172">
            <a:extLst>
              <a:ext uri="{FF2B5EF4-FFF2-40B4-BE49-F238E27FC236}">
                <a16:creationId xmlns:a16="http://schemas.microsoft.com/office/drawing/2014/main" id="{AEE14DE5-9D85-0FBE-18D9-E221F7A0DEE8}"/>
              </a:ext>
            </a:extLst>
          </p:cNvPr>
          <p:cNvSpPr/>
          <p:nvPr/>
        </p:nvSpPr>
        <p:spPr>
          <a:xfrm>
            <a:off x="3536401" y="4387665"/>
            <a:ext cx="2386646" cy="11125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74" name="Rounded Rectangle 173">
            <a:extLst>
              <a:ext uri="{FF2B5EF4-FFF2-40B4-BE49-F238E27FC236}">
                <a16:creationId xmlns:a16="http://schemas.microsoft.com/office/drawing/2014/main" id="{8C6D62F5-2643-1A85-8A54-F5A0DFE8174B}"/>
              </a:ext>
            </a:extLst>
          </p:cNvPr>
          <p:cNvSpPr/>
          <p:nvPr/>
        </p:nvSpPr>
        <p:spPr>
          <a:xfrm>
            <a:off x="3474720" y="4564886"/>
            <a:ext cx="2386646" cy="11125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75" name="Rounded Rectangle 174">
            <a:extLst>
              <a:ext uri="{FF2B5EF4-FFF2-40B4-BE49-F238E27FC236}">
                <a16:creationId xmlns:a16="http://schemas.microsoft.com/office/drawing/2014/main" id="{555A0AD6-E0F3-EBEA-F716-ED43441395A4}"/>
              </a:ext>
            </a:extLst>
          </p:cNvPr>
          <p:cNvSpPr/>
          <p:nvPr/>
        </p:nvSpPr>
        <p:spPr>
          <a:xfrm>
            <a:off x="6692344" y="4221296"/>
            <a:ext cx="3288615" cy="9924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201C4C2D-BA85-FB30-8F80-E7B3C85D5E8C}"/>
              </a:ext>
            </a:extLst>
          </p:cNvPr>
          <p:cNvSpPr/>
          <p:nvPr/>
        </p:nvSpPr>
        <p:spPr>
          <a:xfrm>
            <a:off x="6819344" y="4399096"/>
            <a:ext cx="3105501" cy="9924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177" name="Rounded Rectangle 176">
            <a:extLst>
              <a:ext uri="{FF2B5EF4-FFF2-40B4-BE49-F238E27FC236}">
                <a16:creationId xmlns:a16="http://schemas.microsoft.com/office/drawing/2014/main" id="{118B99BB-8AC8-E4CD-16E0-55C224853387}"/>
              </a:ext>
            </a:extLst>
          </p:cNvPr>
          <p:cNvSpPr/>
          <p:nvPr/>
        </p:nvSpPr>
        <p:spPr>
          <a:xfrm>
            <a:off x="6692344" y="4576896"/>
            <a:ext cx="3105501" cy="99244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503654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7E159BF-3629-90F4-2ACF-CCE1D6B8C899}"/>
              </a:ext>
            </a:extLst>
          </p:cNvPr>
          <p:cNvGrpSpPr/>
          <p:nvPr/>
        </p:nvGrpSpPr>
        <p:grpSpPr>
          <a:xfrm rot="20852940">
            <a:off x="2219378" y="1267271"/>
            <a:ext cx="2176632" cy="1608542"/>
            <a:chOff x="644968" y="1308181"/>
            <a:chExt cx="1612271" cy="1191476"/>
          </a:xfrm>
          <a:effectLst>
            <a:outerShdw blurRad="165100" dist="50800" dir="2700000" algn="ctr" rotWithShape="0">
              <a:schemeClr val="bg1">
                <a:lumMod val="75000"/>
                <a:alpha val="40000"/>
              </a:schemeClr>
            </a:outerShdw>
          </a:effectLst>
        </p:grpSpPr>
        <p:sp>
          <p:nvSpPr>
            <p:cNvPr id="7" name="橢圓 20">
              <a:extLst>
                <a:ext uri="{FF2B5EF4-FFF2-40B4-BE49-F238E27FC236}">
                  <a16:creationId xmlns:a16="http://schemas.microsoft.com/office/drawing/2014/main" id="{D367A380-6E8B-D783-557B-316E792D6D7F}"/>
                </a:ext>
              </a:extLst>
            </p:cNvPr>
            <p:cNvSpPr/>
            <p:nvPr/>
          </p:nvSpPr>
          <p:spPr>
            <a:xfrm rot="10499338">
              <a:off x="2134720" y="1761652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" name="橢圓 21">
              <a:extLst>
                <a:ext uri="{FF2B5EF4-FFF2-40B4-BE49-F238E27FC236}">
                  <a16:creationId xmlns:a16="http://schemas.microsoft.com/office/drawing/2014/main" id="{5CF69B85-8EE4-E38D-CCF8-AB0EFCB624F3}"/>
                </a:ext>
              </a:extLst>
            </p:cNvPr>
            <p:cNvSpPr/>
            <p:nvPr/>
          </p:nvSpPr>
          <p:spPr>
            <a:xfrm rot="13229073">
              <a:off x="2073085" y="1481248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9" name="橢圓 22">
              <a:extLst>
                <a:ext uri="{FF2B5EF4-FFF2-40B4-BE49-F238E27FC236}">
                  <a16:creationId xmlns:a16="http://schemas.microsoft.com/office/drawing/2014/main" id="{CDA64067-B309-91FC-CBDE-09ED9EA6C472}"/>
                </a:ext>
              </a:extLst>
            </p:cNvPr>
            <p:cNvSpPr/>
            <p:nvPr/>
          </p:nvSpPr>
          <p:spPr>
            <a:xfrm rot="9930666">
              <a:off x="1664051" y="1500520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0" name="橢圓 23">
              <a:extLst>
                <a:ext uri="{FF2B5EF4-FFF2-40B4-BE49-F238E27FC236}">
                  <a16:creationId xmlns:a16="http://schemas.microsoft.com/office/drawing/2014/main" id="{759C253C-CD9C-55EB-9D32-0D3D2EA7E932}"/>
                </a:ext>
              </a:extLst>
            </p:cNvPr>
            <p:cNvSpPr/>
            <p:nvPr/>
          </p:nvSpPr>
          <p:spPr>
            <a:xfrm rot="11005969">
              <a:off x="1868715" y="1308181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線接點 48">
              <a:extLst>
                <a:ext uri="{FF2B5EF4-FFF2-40B4-BE49-F238E27FC236}">
                  <a16:creationId xmlns:a16="http://schemas.microsoft.com/office/drawing/2014/main" id="{FD162780-716F-01B1-0CC0-45E66C334C9C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rot="8508710" flipV="1">
              <a:off x="1913125" y="1651910"/>
              <a:ext cx="205746" cy="738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49">
              <a:extLst>
                <a:ext uri="{FF2B5EF4-FFF2-40B4-BE49-F238E27FC236}">
                  <a16:creationId xmlns:a16="http://schemas.microsoft.com/office/drawing/2014/main" id="{43E60C3E-8C52-B254-04FC-0C59E98A26A5}"/>
                </a:ext>
              </a:extLst>
            </p:cNvPr>
            <p:cNvCxnSpPr>
              <a:cxnSpLocks/>
              <a:endCxn id="7" idx="6"/>
            </p:cNvCxnSpPr>
            <p:nvPr/>
          </p:nvCxnSpPr>
          <p:spPr>
            <a:xfrm rot="8508710" flipH="1" flipV="1">
              <a:off x="1986745" y="1750224"/>
              <a:ext cx="121195" cy="129344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50">
              <a:extLst>
                <a:ext uri="{FF2B5EF4-FFF2-40B4-BE49-F238E27FC236}">
                  <a16:creationId xmlns:a16="http://schemas.microsoft.com/office/drawing/2014/main" id="{0B4CB6C9-CF19-7B7E-42CF-1592C7812552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 rot="8508710" flipH="1">
              <a:off x="1794366" y="1476264"/>
              <a:ext cx="203060" cy="159775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51">
              <a:extLst>
                <a:ext uri="{FF2B5EF4-FFF2-40B4-BE49-F238E27FC236}">
                  <a16:creationId xmlns:a16="http://schemas.microsoft.com/office/drawing/2014/main" id="{FD50743B-D6F4-B997-53CD-6C177040659C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 rot="8508710" flipH="1">
              <a:off x="1755561" y="1615925"/>
              <a:ext cx="15572" cy="9326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51">
              <a:extLst>
                <a:ext uri="{FF2B5EF4-FFF2-40B4-BE49-F238E27FC236}">
                  <a16:creationId xmlns:a16="http://schemas.microsoft.com/office/drawing/2014/main" id="{12FCCE0B-5747-79BF-F0E6-BC829569F2C9}"/>
                </a:ext>
              </a:extLst>
            </p:cNvPr>
            <p:cNvCxnSpPr>
              <a:cxnSpLocks/>
              <a:stCxn id="7" idx="4"/>
              <a:endCxn id="8" idx="1"/>
            </p:cNvCxnSpPr>
            <p:nvPr/>
          </p:nvCxnSpPr>
          <p:spPr>
            <a:xfrm rot="5787526" flipH="1">
              <a:off x="2089139" y="1648260"/>
              <a:ext cx="151516" cy="6894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51">
              <a:extLst>
                <a:ext uri="{FF2B5EF4-FFF2-40B4-BE49-F238E27FC236}">
                  <a16:creationId xmlns:a16="http://schemas.microsoft.com/office/drawing/2014/main" id="{16A7FA95-1273-BE48-3393-0FE4E0B098FD}"/>
                </a:ext>
              </a:extLst>
            </p:cNvPr>
            <p:cNvCxnSpPr>
              <a:cxnSpLocks/>
              <a:stCxn id="8" idx="6"/>
              <a:endCxn id="10" idx="1"/>
            </p:cNvCxnSpPr>
            <p:nvPr/>
          </p:nvCxnSpPr>
          <p:spPr>
            <a:xfrm rot="5787526" flipH="1">
              <a:off x="1992321" y="1395891"/>
              <a:ext cx="73729" cy="126227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51">
              <a:extLst>
                <a:ext uri="{FF2B5EF4-FFF2-40B4-BE49-F238E27FC236}">
                  <a16:creationId xmlns:a16="http://schemas.microsoft.com/office/drawing/2014/main" id="{94BB78C2-ACA1-E930-E1A2-D1B30F21DEFC}"/>
                </a:ext>
              </a:extLst>
            </p:cNvPr>
            <p:cNvCxnSpPr>
              <a:cxnSpLocks/>
              <a:stCxn id="10" idx="7"/>
              <a:endCxn id="9" idx="3"/>
            </p:cNvCxnSpPr>
            <p:nvPr/>
          </p:nvCxnSpPr>
          <p:spPr>
            <a:xfrm rot="5787526">
              <a:off x="1763948" y="1401649"/>
              <a:ext cx="112656" cy="11579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4">
              <a:extLst>
                <a:ext uri="{FF2B5EF4-FFF2-40B4-BE49-F238E27FC236}">
                  <a16:creationId xmlns:a16="http://schemas.microsoft.com/office/drawing/2014/main" id="{D59B3FD5-8108-955A-7464-CB8955F2E0A0}"/>
                </a:ext>
              </a:extLst>
            </p:cNvPr>
            <p:cNvCxnSpPr>
              <a:cxnSpLocks/>
            </p:cNvCxnSpPr>
            <p:nvPr/>
          </p:nvCxnSpPr>
          <p:spPr>
            <a:xfrm rot="2721184" flipV="1">
              <a:off x="1240834" y="2112439"/>
              <a:ext cx="330805" cy="18218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5">
              <a:extLst>
                <a:ext uri="{FF2B5EF4-FFF2-40B4-BE49-F238E27FC236}">
                  <a16:creationId xmlns:a16="http://schemas.microsoft.com/office/drawing/2014/main" id="{0D3316B1-93BA-C79E-AA04-76A4EA95BF7D}"/>
                </a:ext>
              </a:extLst>
            </p:cNvPr>
            <p:cNvCxnSpPr>
              <a:cxnSpLocks/>
              <a:stCxn id="21" idx="5"/>
            </p:cNvCxnSpPr>
            <p:nvPr/>
          </p:nvCxnSpPr>
          <p:spPr>
            <a:xfrm rot="2721184">
              <a:off x="1717007" y="1904731"/>
              <a:ext cx="141027" cy="29289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7">
              <a:extLst>
                <a:ext uri="{FF2B5EF4-FFF2-40B4-BE49-F238E27FC236}">
                  <a16:creationId xmlns:a16="http://schemas.microsoft.com/office/drawing/2014/main" id="{6A363214-55DA-02DD-A10F-36250DFF9674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 rot="2721184" flipH="1">
              <a:off x="1395768" y="1647889"/>
              <a:ext cx="163582" cy="562211"/>
            </a:xfrm>
            <a:prstGeom prst="line">
              <a:avLst/>
            </a:prstGeom>
            <a:ln w="317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橢圓 8">
              <a:extLst>
                <a:ext uri="{FF2B5EF4-FFF2-40B4-BE49-F238E27FC236}">
                  <a16:creationId xmlns:a16="http://schemas.microsoft.com/office/drawing/2014/main" id="{2F290615-C797-94FB-17B1-F6F58405E7AB}"/>
                </a:ext>
              </a:extLst>
            </p:cNvPr>
            <p:cNvSpPr/>
            <p:nvPr/>
          </p:nvSpPr>
          <p:spPr>
            <a:xfrm rot="2721184">
              <a:off x="1735028" y="1682513"/>
              <a:ext cx="215586" cy="21558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tx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22" name="橢圓 11">
              <a:extLst>
                <a:ext uri="{FF2B5EF4-FFF2-40B4-BE49-F238E27FC236}">
                  <a16:creationId xmlns:a16="http://schemas.microsoft.com/office/drawing/2014/main" id="{3DE1E9D8-6721-B2E8-9D28-D875FD0E08E1}"/>
                </a:ext>
              </a:extLst>
            </p:cNvPr>
            <p:cNvSpPr/>
            <p:nvPr/>
          </p:nvSpPr>
          <p:spPr>
            <a:xfrm rot="2721184">
              <a:off x="1585033" y="2196655"/>
              <a:ext cx="215585" cy="21558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tx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23" name="橢圓 12">
              <a:extLst>
                <a:ext uri="{FF2B5EF4-FFF2-40B4-BE49-F238E27FC236}">
                  <a16:creationId xmlns:a16="http://schemas.microsoft.com/office/drawing/2014/main" id="{DD4F5798-B921-F7A2-8511-F2CEB991F54B}"/>
                </a:ext>
              </a:extLst>
            </p:cNvPr>
            <p:cNvSpPr/>
            <p:nvPr/>
          </p:nvSpPr>
          <p:spPr>
            <a:xfrm rot="2721184">
              <a:off x="1023770" y="1997482"/>
              <a:ext cx="215585" cy="215585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24" name="橢圓 20">
              <a:extLst>
                <a:ext uri="{FF2B5EF4-FFF2-40B4-BE49-F238E27FC236}">
                  <a16:creationId xmlns:a16="http://schemas.microsoft.com/office/drawing/2014/main" id="{C15EE553-5CC1-7A3B-A1C6-17BC283A0729}"/>
                </a:ext>
              </a:extLst>
            </p:cNvPr>
            <p:cNvSpPr/>
            <p:nvPr/>
          </p:nvSpPr>
          <p:spPr>
            <a:xfrm rot="4711812">
              <a:off x="1065639" y="1699071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25" name="橢圓 21">
              <a:extLst>
                <a:ext uri="{FF2B5EF4-FFF2-40B4-BE49-F238E27FC236}">
                  <a16:creationId xmlns:a16="http://schemas.microsoft.com/office/drawing/2014/main" id="{B51C1A0A-BF71-94B7-AF4E-6A64C8C4E128}"/>
                </a:ext>
              </a:extLst>
            </p:cNvPr>
            <p:cNvSpPr/>
            <p:nvPr/>
          </p:nvSpPr>
          <p:spPr>
            <a:xfrm rot="7441547">
              <a:off x="793947" y="1791857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26" name="橢圓 22">
              <a:extLst>
                <a:ext uri="{FF2B5EF4-FFF2-40B4-BE49-F238E27FC236}">
                  <a16:creationId xmlns:a16="http://schemas.microsoft.com/office/drawing/2014/main" id="{C08EE0C2-6198-B6C6-7A99-C2D372B15AE1}"/>
                </a:ext>
              </a:extLst>
            </p:cNvPr>
            <p:cNvSpPr/>
            <p:nvPr/>
          </p:nvSpPr>
          <p:spPr>
            <a:xfrm rot="4143140">
              <a:off x="859109" y="2196127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27" name="橢圓 23">
              <a:extLst>
                <a:ext uri="{FF2B5EF4-FFF2-40B4-BE49-F238E27FC236}">
                  <a16:creationId xmlns:a16="http://schemas.microsoft.com/office/drawing/2014/main" id="{3673475B-ABEC-47D7-5E26-C6A8FA7F1EB5}"/>
                </a:ext>
              </a:extLst>
            </p:cNvPr>
            <p:cNvSpPr/>
            <p:nvPr/>
          </p:nvSpPr>
          <p:spPr>
            <a:xfrm rot="5218443">
              <a:off x="644968" y="2014398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28" name="直線接點 48">
              <a:extLst>
                <a:ext uri="{FF2B5EF4-FFF2-40B4-BE49-F238E27FC236}">
                  <a16:creationId xmlns:a16="http://schemas.microsoft.com/office/drawing/2014/main" id="{8FCA6596-668C-1951-9452-6DD9C9BABAB8}"/>
                </a:ext>
              </a:extLst>
            </p:cNvPr>
            <p:cNvCxnSpPr>
              <a:cxnSpLocks/>
              <a:stCxn id="25" idx="0"/>
              <a:endCxn id="23" idx="2"/>
            </p:cNvCxnSpPr>
            <p:nvPr/>
          </p:nvCxnSpPr>
          <p:spPr>
            <a:xfrm rot="2721184" flipV="1">
              <a:off x="878022" y="1954300"/>
              <a:ext cx="205746" cy="738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49">
              <a:extLst>
                <a:ext uri="{FF2B5EF4-FFF2-40B4-BE49-F238E27FC236}">
                  <a16:creationId xmlns:a16="http://schemas.microsoft.com/office/drawing/2014/main" id="{1007D49B-B74F-D9FE-F405-4396102B0755}"/>
                </a:ext>
              </a:extLst>
            </p:cNvPr>
            <p:cNvCxnSpPr>
              <a:cxnSpLocks/>
              <a:stCxn id="23" idx="1"/>
              <a:endCxn id="24" idx="6"/>
            </p:cNvCxnSpPr>
            <p:nvPr/>
          </p:nvCxnSpPr>
          <p:spPr>
            <a:xfrm rot="2721184" flipH="1" flipV="1">
              <a:off x="1075056" y="1844254"/>
              <a:ext cx="121195" cy="129344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50">
              <a:extLst>
                <a:ext uri="{FF2B5EF4-FFF2-40B4-BE49-F238E27FC236}">
                  <a16:creationId xmlns:a16="http://schemas.microsoft.com/office/drawing/2014/main" id="{1146E141-B594-4967-9EF3-F395A4A594DC}"/>
                </a:ext>
              </a:extLst>
            </p:cNvPr>
            <p:cNvCxnSpPr>
              <a:cxnSpLocks/>
              <a:stCxn id="23" idx="3"/>
              <a:endCxn id="27" idx="0"/>
            </p:cNvCxnSpPr>
            <p:nvPr/>
          </p:nvCxnSpPr>
          <p:spPr>
            <a:xfrm rot="2721184" flipH="1">
              <a:off x="794057" y="2008630"/>
              <a:ext cx="203060" cy="159775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51">
              <a:extLst>
                <a:ext uri="{FF2B5EF4-FFF2-40B4-BE49-F238E27FC236}">
                  <a16:creationId xmlns:a16="http://schemas.microsoft.com/office/drawing/2014/main" id="{0F4D8874-BCB5-8E9E-7999-24E1E6BC9A48}"/>
                </a:ext>
              </a:extLst>
            </p:cNvPr>
            <p:cNvCxnSpPr>
              <a:cxnSpLocks/>
              <a:stCxn id="23" idx="4"/>
              <a:endCxn id="26" idx="0"/>
            </p:cNvCxnSpPr>
            <p:nvPr/>
          </p:nvCxnSpPr>
          <p:spPr>
            <a:xfrm rot="2721184" flipH="1">
              <a:off x="1008440" y="2161624"/>
              <a:ext cx="15572" cy="9326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字方塊 77">
              <a:extLst>
                <a:ext uri="{FF2B5EF4-FFF2-40B4-BE49-F238E27FC236}">
                  <a16:creationId xmlns:a16="http://schemas.microsoft.com/office/drawing/2014/main" id="{839DBE4B-70AC-6312-3C86-C27D5455F412}"/>
                </a:ext>
              </a:extLst>
            </p:cNvPr>
            <p:cNvSpPr txBox="1"/>
            <p:nvPr/>
          </p:nvSpPr>
          <p:spPr>
            <a:xfrm rot="747060">
              <a:off x="1040093" y="2276702"/>
              <a:ext cx="214760" cy="125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ego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33" name="文字方塊 78">
              <a:extLst>
                <a:ext uri="{FF2B5EF4-FFF2-40B4-BE49-F238E27FC236}">
                  <a16:creationId xmlns:a16="http://schemas.microsoft.com/office/drawing/2014/main" id="{CF448F18-DE6C-6216-7D89-949907A99EC8}"/>
                </a:ext>
              </a:extLst>
            </p:cNvPr>
            <p:cNvSpPr txBox="1"/>
            <p:nvPr/>
          </p:nvSpPr>
          <p:spPr>
            <a:xfrm rot="747060">
              <a:off x="1749797" y="2374326"/>
              <a:ext cx="179674" cy="125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d1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34" name="文字方塊 79">
              <a:extLst>
                <a:ext uri="{FF2B5EF4-FFF2-40B4-BE49-F238E27FC236}">
                  <a16:creationId xmlns:a16="http://schemas.microsoft.com/office/drawing/2014/main" id="{06297AA6-25AA-A96F-6BEC-402DFEE11305}"/>
                </a:ext>
              </a:extLst>
            </p:cNvPr>
            <p:cNvSpPr txBox="1"/>
            <p:nvPr/>
          </p:nvSpPr>
          <p:spPr>
            <a:xfrm rot="747060">
              <a:off x="1353172" y="1540394"/>
              <a:ext cx="179674" cy="125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d2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C687726-604A-0537-3A1B-CEE5CF588226}"/>
              </a:ext>
            </a:extLst>
          </p:cNvPr>
          <p:cNvGrpSpPr/>
          <p:nvPr/>
        </p:nvGrpSpPr>
        <p:grpSpPr>
          <a:xfrm>
            <a:off x="8899588" y="1051540"/>
            <a:ext cx="2010528" cy="1720616"/>
            <a:chOff x="6509407" y="2409594"/>
            <a:chExt cx="1603509" cy="1372288"/>
          </a:xfrm>
          <a:effectLst>
            <a:outerShdw blurRad="165100" dist="50800" dir="2700000" algn="ctr" rotWithShape="0">
              <a:schemeClr val="bg1">
                <a:lumMod val="75000"/>
                <a:alpha val="40000"/>
              </a:schemeClr>
            </a:outerShdw>
          </a:effectLst>
        </p:grpSpPr>
        <p:grpSp>
          <p:nvGrpSpPr>
            <p:cNvPr id="42" name="群組 80">
              <a:extLst>
                <a:ext uri="{FF2B5EF4-FFF2-40B4-BE49-F238E27FC236}">
                  <a16:creationId xmlns:a16="http://schemas.microsoft.com/office/drawing/2014/main" id="{4FF71450-0546-08F9-9FCB-958E4AFC9385}"/>
                </a:ext>
              </a:extLst>
            </p:cNvPr>
            <p:cNvGrpSpPr/>
            <p:nvPr/>
          </p:nvGrpSpPr>
          <p:grpSpPr>
            <a:xfrm>
              <a:off x="6509407" y="2620325"/>
              <a:ext cx="1268617" cy="1161557"/>
              <a:chOff x="1640379" y="1980650"/>
              <a:chExt cx="2314671" cy="2119332"/>
            </a:xfrm>
          </p:grpSpPr>
          <p:grpSp>
            <p:nvGrpSpPr>
              <p:cNvPr id="44" name="群組 76">
                <a:extLst>
                  <a:ext uri="{FF2B5EF4-FFF2-40B4-BE49-F238E27FC236}">
                    <a16:creationId xmlns:a16="http://schemas.microsoft.com/office/drawing/2014/main" id="{A5C5AED5-B23C-80D4-D252-9B68BA7CF209}"/>
                  </a:ext>
                </a:extLst>
              </p:cNvPr>
              <p:cNvGrpSpPr/>
              <p:nvPr/>
            </p:nvGrpSpPr>
            <p:grpSpPr>
              <a:xfrm rot="2721184">
                <a:off x="1738049" y="1882980"/>
                <a:ext cx="2119332" cy="2314671"/>
                <a:chOff x="1225730" y="2486865"/>
                <a:chExt cx="3544206" cy="3870877"/>
              </a:xfrm>
            </p:grpSpPr>
            <p:grpSp>
              <p:nvGrpSpPr>
                <p:cNvPr id="48" name="群組 2">
                  <a:extLst>
                    <a:ext uri="{FF2B5EF4-FFF2-40B4-BE49-F238E27FC236}">
                      <a16:creationId xmlns:a16="http://schemas.microsoft.com/office/drawing/2014/main" id="{C40F795D-C296-D2EB-FE6B-56879C5EC35D}"/>
                    </a:ext>
                  </a:extLst>
                </p:cNvPr>
                <p:cNvGrpSpPr/>
                <p:nvPr/>
              </p:nvGrpSpPr>
              <p:grpSpPr>
                <a:xfrm>
                  <a:off x="2300287" y="2486865"/>
                  <a:ext cx="2469649" cy="3097963"/>
                  <a:chOff x="2104165" y="1815433"/>
                  <a:chExt cx="3180121" cy="3989189"/>
                </a:xfrm>
              </p:grpSpPr>
              <p:cxnSp>
                <p:nvCxnSpPr>
                  <p:cNvPr id="57" name="直線接點 4">
                    <a:extLst>
                      <a:ext uri="{FF2B5EF4-FFF2-40B4-BE49-F238E27FC236}">
                        <a16:creationId xmlns:a16="http://schemas.microsoft.com/office/drawing/2014/main" id="{64047074-29F7-BE2F-AB07-5D71E00545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72764" y="4428625"/>
                    <a:ext cx="1399481" cy="770724"/>
                  </a:xfrm>
                  <a:prstGeom prst="line">
                    <a:avLst/>
                  </a:prstGeom>
                  <a:ln w="317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直線接點 5">
                    <a:extLst>
                      <a:ext uri="{FF2B5EF4-FFF2-40B4-BE49-F238E27FC236}">
                        <a16:creationId xmlns:a16="http://schemas.microsoft.com/office/drawing/2014/main" id="{1C8D7588-8C8B-EB04-9197-3098B3AB5A13}"/>
                      </a:ext>
                    </a:extLst>
                  </p:cNvPr>
                  <p:cNvCxnSpPr>
                    <a:cxnSpLocks/>
                    <a:stCxn id="60" idx="5"/>
                  </p:cNvCxnSpPr>
                  <p:nvPr/>
                </p:nvCxnSpPr>
                <p:spPr>
                  <a:xfrm>
                    <a:off x="4049176" y="2593910"/>
                    <a:ext cx="596621" cy="1239083"/>
                  </a:xfrm>
                  <a:prstGeom prst="line">
                    <a:avLst/>
                  </a:prstGeom>
                  <a:ln w="317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直線接點 7">
                    <a:extLst>
                      <a:ext uri="{FF2B5EF4-FFF2-40B4-BE49-F238E27FC236}">
                        <a16:creationId xmlns:a16="http://schemas.microsoft.com/office/drawing/2014/main" id="{B9B507B3-4041-B87F-F8B8-F9DE3849C67A}"/>
                      </a:ext>
                    </a:extLst>
                  </p:cNvPr>
                  <p:cNvCxnSpPr>
                    <a:cxnSpLocks/>
                    <a:stCxn id="60" idx="3"/>
                  </p:cNvCxnSpPr>
                  <p:nvPr/>
                </p:nvCxnSpPr>
                <p:spPr>
                  <a:xfrm flipH="1">
                    <a:off x="2712224" y="2593910"/>
                    <a:ext cx="692040" cy="2378457"/>
                  </a:xfrm>
                  <a:prstGeom prst="line">
                    <a:avLst/>
                  </a:prstGeom>
                  <a:ln w="31750">
                    <a:solidFill>
                      <a:srgbClr val="C00000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0" name="橢圓 8">
                    <a:extLst>
                      <a:ext uri="{FF2B5EF4-FFF2-40B4-BE49-F238E27FC236}">
                        <a16:creationId xmlns:a16="http://schemas.microsoft.com/office/drawing/2014/main" id="{947B4D20-8E81-E932-C59E-9F9B7300037E}"/>
                      </a:ext>
                    </a:extLst>
                  </p:cNvPr>
                  <p:cNvSpPr/>
                  <p:nvPr/>
                </p:nvSpPr>
                <p:spPr>
                  <a:xfrm>
                    <a:off x="3270699" y="1815433"/>
                    <a:ext cx="912042" cy="912041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 sz="1000" b="1" dirty="0">
                      <a:solidFill>
                        <a:schemeClr val="tx1"/>
                      </a:solidFill>
                      <a:latin typeface="Hiragino Sans GB W3" panose="020B0300000000000000" pitchFamily="34" charset="-128"/>
                      <a:ea typeface="Hiragino Sans GB W3" panose="020B0300000000000000" pitchFamily="34" charset="-128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1" name="橢圓 11">
                    <a:extLst>
                      <a:ext uri="{FF2B5EF4-FFF2-40B4-BE49-F238E27FC236}">
                        <a16:creationId xmlns:a16="http://schemas.microsoft.com/office/drawing/2014/main" id="{2D961083-2158-C99C-604E-0CC5A08C85AB}"/>
                      </a:ext>
                    </a:extLst>
                  </p:cNvPr>
                  <p:cNvSpPr/>
                  <p:nvPr/>
                </p:nvSpPr>
                <p:spPr>
                  <a:xfrm>
                    <a:off x="4372245" y="3795409"/>
                    <a:ext cx="912041" cy="912041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 sz="1000" b="1" dirty="0">
                      <a:solidFill>
                        <a:schemeClr val="tx1"/>
                      </a:solidFill>
                      <a:latin typeface="Hiragino Sans GB W3" panose="020B0300000000000000" pitchFamily="34" charset="-128"/>
                      <a:ea typeface="Hiragino Sans GB W3" panose="020B0300000000000000" pitchFamily="34" charset="-128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" name="橢圓 12">
                    <a:extLst>
                      <a:ext uri="{FF2B5EF4-FFF2-40B4-BE49-F238E27FC236}">
                        <a16:creationId xmlns:a16="http://schemas.microsoft.com/office/drawing/2014/main" id="{7EC265C6-00B8-EAB0-9710-A9DAE923BBD7}"/>
                      </a:ext>
                    </a:extLst>
                  </p:cNvPr>
                  <p:cNvSpPr/>
                  <p:nvPr/>
                </p:nvSpPr>
                <p:spPr>
                  <a:xfrm>
                    <a:off x="2104165" y="4892581"/>
                    <a:ext cx="912041" cy="912041"/>
                  </a:xfrm>
                  <a:prstGeom prst="ellipse">
                    <a:avLst/>
                  </a:prstGeom>
                  <a:solidFill>
                    <a:srgbClr val="C00000"/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 sz="1000" b="1" dirty="0">
                      <a:latin typeface="Hiragino Sans GB W3" panose="020B0300000000000000" pitchFamily="34" charset="-128"/>
                      <a:ea typeface="Hiragino Sans GB W3" panose="020B0300000000000000" pitchFamily="34" charset="-128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9" name="橢圓 20">
                  <a:extLst>
                    <a:ext uri="{FF2B5EF4-FFF2-40B4-BE49-F238E27FC236}">
                      <a16:creationId xmlns:a16="http://schemas.microsoft.com/office/drawing/2014/main" id="{F2082BE0-5F65-9AFE-73C8-B1CD58486BAB}"/>
                    </a:ext>
                  </a:extLst>
                </p:cNvPr>
                <p:cNvSpPr/>
                <p:nvPr/>
              </p:nvSpPr>
              <p:spPr>
                <a:xfrm rot="1990628">
                  <a:off x="1636126" y="4243929"/>
                  <a:ext cx="402522" cy="402522"/>
                </a:xfrm>
                <a:prstGeom prst="ellipse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sz="1000" b="1" dirty="0">
                    <a:solidFill>
                      <a:schemeClr val="bg1">
                        <a:lumMod val="50000"/>
                      </a:schemeClr>
                    </a:solidFill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橢圓 21">
                  <a:extLst>
                    <a:ext uri="{FF2B5EF4-FFF2-40B4-BE49-F238E27FC236}">
                      <a16:creationId xmlns:a16="http://schemas.microsoft.com/office/drawing/2014/main" id="{0E8AD9EF-5E3F-63AE-623A-201EF2C7DDD6}"/>
                    </a:ext>
                  </a:extLst>
                </p:cNvPr>
                <p:cNvSpPr/>
                <p:nvPr/>
              </p:nvSpPr>
              <p:spPr>
                <a:xfrm rot="4720363">
                  <a:off x="1225730" y="5093204"/>
                  <a:ext cx="402522" cy="402522"/>
                </a:xfrm>
                <a:prstGeom prst="ellipse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sz="1000" b="1" dirty="0">
                    <a:solidFill>
                      <a:schemeClr val="bg1">
                        <a:lumMod val="50000"/>
                      </a:schemeClr>
                    </a:solidFill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橢圓 22">
                  <a:extLst>
                    <a:ext uri="{FF2B5EF4-FFF2-40B4-BE49-F238E27FC236}">
                      <a16:creationId xmlns:a16="http://schemas.microsoft.com/office/drawing/2014/main" id="{6FAF45CA-11C0-11FA-BA9A-01A038D8E77C}"/>
                    </a:ext>
                  </a:extLst>
                </p:cNvPr>
                <p:cNvSpPr/>
                <p:nvPr/>
              </p:nvSpPr>
              <p:spPr>
                <a:xfrm rot="1421956">
                  <a:off x="2321113" y="5874258"/>
                  <a:ext cx="402522" cy="402522"/>
                </a:xfrm>
                <a:prstGeom prst="ellipse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sz="1000" b="1" dirty="0">
                    <a:solidFill>
                      <a:schemeClr val="bg1">
                        <a:lumMod val="50000"/>
                      </a:schemeClr>
                    </a:solidFill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" name="橢圓 23">
                  <a:extLst>
                    <a:ext uri="{FF2B5EF4-FFF2-40B4-BE49-F238E27FC236}">
                      <a16:creationId xmlns:a16="http://schemas.microsoft.com/office/drawing/2014/main" id="{C44BDE0A-C4AC-ABB2-FF62-EEB71E21CE0A}"/>
                    </a:ext>
                  </a:extLst>
                </p:cNvPr>
                <p:cNvSpPr/>
                <p:nvPr/>
              </p:nvSpPr>
              <p:spPr>
                <a:xfrm rot="2497259">
                  <a:off x="1401941" y="5955220"/>
                  <a:ext cx="402522" cy="402522"/>
                </a:xfrm>
                <a:prstGeom prst="ellipse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sz="1000" b="1" dirty="0">
                    <a:solidFill>
                      <a:schemeClr val="bg1">
                        <a:lumMod val="50000"/>
                      </a:schemeClr>
                    </a:solidFill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53" name="直線接點 48">
                  <a:extLst>
                    <a:ext uri="{FF2B5EF4-FFF2-40B4-BE49-F238E27FC236}">
                      <a16:creationId xmlns:a16="http://schemas.microsoft.com/office/drawing/2014/main" id="{58D1C36A-EAA8-8638-C531-F42D1C0434BD}"/>
                    </a:ext>
                  </a:extLst>
                </p:cNvPr>
                <p:cNvCxnSpPr>
                  <a:cxnSpLocks/>
                  <a:stCxn id="50" idx="0"/>
                  <a:endCxn id="62" idx="2"/>
                </p:cNvCxnSpPr>
                <p:nvPr/>
              </p:nvCxnSpPr>
              <p:spPr>
                <a:xfrm flipV="1">
                  <a:off x="1624332" y="5230687"/>
                  <a:ext cx="675955" cy="24248"/>
                </a:xfrm>
                <a:prstGeom prst="line">
                  <a:avLst/>
                </a:prstGeom>
                <a:ln w="222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線接點 49">
                  <a:extLst>
                    <a:ext uri="{FF2B5EF4-FFF2-40B4-BE49-F238E27FC236}">
                      <a16:creationId xmlns:a16="http://schemas.microsoft.com/office/drawing/2014/main" id="{FF2AEDF4-8B53-35F6-8191-F878EBD56105}"/>
                    </a:ext>
                  </a:extLst>
                </p:cNvPr>
                <p:cNvCxnSpPr>
                  <a:cxnSpLocks/>
                  <a:stCxn id="62" idx="1"/>
                  <a:endCxn id="49" idx="6"/>
                </p:cNvCxnSpPr>
                <p:nvPr/>
              </p:nvCxnSpPr>
              <p:spPr>
                <a:xfrm flipH="1" flipV="1">
                  <a:off x="2005839" y="4555326"/>
                  <a:ext cx="398173" cy="424945"/>
                </a:xfrm>
                <a:prstGeom prst="line">
                  <a:avLst/>
                </a:prstGeom>
                <a:ln w="222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線接點 50">
                  <a:extLst>
                    <a:ext uri="{FF2B5EF4-FFF2-40B4-BE49-F238E27FC236}">
                      <a16:creationId xmlns:a16="http://schemas.microsoft.com/office/drawing/2014/main" id="{8688A7C5-8ECF-099B-13AE-DAA219F90120}"/>
                    </a:ext>
                  </a:extLst>
                </p:cNvPr>
                <p:cNvCxnSpPr>
                  <a:cxnSpLocks/>
                  <a:stCxn id="62" idx="3"/>
                  <a:endCxn id="52" idx="0"/>
                </p:cNvCxnSpPr>
                <p:nvPr/>
              </p:nvCxnSpPr>
              <p:spPr>
                <a:xfrm flipH="1">
                  <a:off x="1736880" y="5481103"/>
                  <a:ext cx="667132" cy="524924"/>
                </a:xfrm>
                <a:prstGeom prst="line">
                  <a:avLst/>
                </a:prstGeom>
                <a:ln w="222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線接點 51">
                  <a:extLst>
                    <a:ext uri="{FF2B5EF4-FFF2-40B4-BE49-F238E27FC236}">
                      <a16:creationId xmlns:a16="http://schemas.microsoft.com/office/drawing/2014/main" id="{3E368BBA-757F-E1B9-2492-4797FAD01A61}"/>
                    </a:ext>
                  </a:extLst>
                </p:cNvPr>
                <p:cNvCxnSpPr>
                  <a:cxnSpLocks/>
                  <a:stCxn id="62" idx="4"/>
                  <a:endCxn id="51" idx="0"/>
                </p:cNvCxnSpPr>
                <p:nvPr/>
              </p:nvCxnSpPr>
              <p:spPr>
                <a:xfrm flipH="1">
                  <a:off x="2603268" y="5584828"/>
                  <a:ext cx="51160" cy="306403"/>
                </a:xfrm>
                <a:prstGeom prst="line">
                  <a:avLst/>
                </a:prstGeom>
                <a:ln w="222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文字方塊 77">
                <a:extLst>
                  <a:ext uri="{FF2B5EF4-FFF2-40B4-BE49-F238E27FC236}">
                    <a16:creationId xmlns:a16="http://schemas.microsoft.com/office/drawing/2014/main" id="{3B030E79-0D0F-C166-7A64-B2C6BAA025A8}"/>
                  </a:ext>
                </a:extLst>
              </p:cNvPr>
              <p:cNvSpPr txBox="1"/>
              <p:nvPr/>
            </p:nvSpPr>
            <p:spPr>
              <a:xfrm>
                <a:off x="2129804" y="3570697"/>
                <a:ext cx="42191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ego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文字方塊 78">
                <a:extLst>
                  <a:ext uri="{FF2B5EF4-FFF2-40B4-BE49-F238E27FC236}">
                    <a16:creationId xmlns:a16="http://schemas.microsoft.com/office/drawing/2014/main" id="{C1E9F399-E398-44EA-FC24-70CFE4BAE768}"/>
                  </a:ext>
                </a:extLst>
              </p:cNvPr>
              <p:cNvSpPr txBox="1"/>
              <p:nvPr/>
            </p:nvSpPr>
            <p:spPr>
              <a:xfrm>
                <a:off x="3524067" y="3762485"/>
                <a:ext cx="3529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d1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文字方塊 79">
                <a:extLst>
                  <a:ext uri="{FF2B5EF4-FFF2-40B4-BE49-F238E27FC236}">
                    <a16:creationId xmlns:a16="http://schemas.microsoft.com/office/drawing/2014/main" id="{56B86181-AE34-0674-0A1A-83412D79AC2F}"/>
                  </a:ext>
                </a:extLst>
              </p:cNvPr>
              <p:cNvSpPr txBox="1"/>
              <p:nvPr/>
            </p:nvSpPr>
            <p:spPr>
              <a:xfrm>
                <a:off x="2934097" y="2147312"/>
                <a:ext cx="3529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d2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845A4DAB-71DE-B313-8FF2-18559DF5F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4598" y="2409594"/>
              <a:ext cx="398318" cy="398316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9EAB2C5-66A3-68D5-C776-E9EE1CB1C769}"/>
              </a:ext>
            </a:extLst>
          </p:cNvPr>
          <p:cNvGrpSpPr/>
          <p:nvPr/>
        </p:nvGrpSpPr>
        <p:grpSpPr>
          <a:xfrm>
            <a:off x="6848854" y="1051540"/>
            <a:ext cx="1970995" cy="1421772"/>
            <a:chOff x="5324900" y="1998725"/>
            <a:chExt cx="1680685" cy="1212358"/>
          </a:xfrm>
          <a:effectLst>
            <a:outerShdw blurRad="165100" dist="50800" dir="2700000" algn="ctr" rotWithShape="0">
              <a:schemeClr val="bg1">
                <a:lumMod val="75000"/>
                <a:alpha val="40000"/>
              </a:schemeClr>
            </a:outerShdw>
          </a:effectLst>
        </p:grpSpPr>
        <p:cxnSp>
          <p:nvCxnSpPr>
            <p:cNvPr id="72" name="直線接點 4">
              <a:extLst>
                <a:ext uri="{FF2B5EF4-FFF2-40B4-BE49-F238E27FC236}">
                  <a16:creationId xmlns:a16="http://schemas.microsoft.com/office/drawing/2014/main" id="{B4ACFC40-D8B5-D7BB-173F-2F9C3E2F560E}"/>
                </a:ext>
              </a:extLst>
            </p:cNvPr>
            <p:cNvCxnSpPr>
              <a:cxnSpLocks/>
            </p:cNvCxnSpPr>
            <p:nvPr/>
          </p:nvCxnSpPr>
          <p:spPr>
            <a:xfrm rot="2721184" flipV="1">
              <a:off x="5920766" y="2558990"/>
              <a:ext cx="330805" cy="18218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接點 5">
              <a:extLst>
                <a:ext uri="{FF2B5EF4-FFF2-40B4-BE49-F238E27FC236}">
                  <a16:creationId xmlns:a16="http://schemas.microsoft.com/office/drawing/2014/main" id="{D1AAB3AB-2B82-DCF3-5F07-E4ECE867A0D5}"/>
                </a:ext>
              </a:extLst>
            </p:cNvPr>
            <p:cNvCxnSpPr>
              <a:cxnSpLocks/>
              <a:stCxn id="75" idx="5"/>
            </p:cNvCxnSpPr>
            <p:nvPr/>
          </p:nvCxnSpPr>
          <p:spPr>
            <a:xfrm rot="2721184">
              <a:off x="6396939" y="2351282"/>
              <a:ext cx="141027" cy="29289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接點 7">
              <a:extLst>
                <a:ext uri="{FF2B5EF4-FFF2-40B4-BE49-F238E27FC236}">
                  <a16:creationId xmlns:a16="http://schemas.microsoft.com/office/drawing/2014/main" id="{78D03756-E6C4-4E73-C647-7AC5DA7E2100}"/>
                </a:ext>
              </a:extLst>
            </p:cNvPr>
            <p:cNvCxnSpPr>
              <a:cxnSpLocks/>
              <a:stCxn id="75" idx="3"/>
            </p:cNvCxnSpPr>
            <p:nvPr/>
          </p:nvCxnSpPr>
          <p:spPr>
            <a:xfrm rot="2721184" flipH="1">
              <a:off x="6075700" y="2094440"/>
              <a:ext cx="163582" cy="562211"/>
            </a:xfrm>
            <a:prstGeom prst="line">
              <a:avLst/>
            </a:prstGeom>
            <a:ln w="317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橢圓 8">
              <a:extLst>
                <a:ext uri="{FF2B5EF4-FFF2-40B4-BE49-F238E27FC236}">
                  <a16:creationId xmlns:a16="http://schemas.microsoft.com/office/drawing/2014/main" id="{C6FB2E37-B9D9-E873-855D-DE53A56F1314}"/>
                </a:ext>
              </a:extLst>
            </p:cNvPr>
            <p:cNvSpPr/>
            <p:nvPr/>
          </p:nvSpPr>
          <p:spPr>
            <a:xfrm rot="2721184">
              <a:off x="6414960" y="2129064"/>
              <a:ext cx="215586" cy="21558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tx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76" name="橢圓 11">
              <a:extLst>
                <a:ext uri="{FF2B5EF4-FFF2-40B4-BE49-F238E27FC236}">
                  <a16:creationId xmlns:a16="http://schemas.microsoft.com/office/drawing/2014/main" id="{76797B93-35BD-D403-6114-29813ADB97A2}"/>
                </a:ext>
              </a:extLst>
            </p:cNvPr>
            <p:cNvSpPr/>
            <p:nvPr/>
          </p:nvSpPr>
          <p:spPr>
            <a:xfrm rot="2721184">
              <a:off x="6264965" y="2643206"/>
              <a:ext cx="215585" cy="215585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tx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77" name="橢圓 12">
              <a:extLst>
                <a:ext uri="{FF2B5EF4-FFF2-40B4-BE49-F238E27FC236}">
                  <a16:creationId xmlns:a16="http://schemas.microsoft.com/office/drawing/2014/main" id="{5A26CEA0-F574-08EB-C680-11053C27DD52}"/>
                </a:ext>
              </a:extLst>
            </p:cNvPr>
            <p:cNvSpPr/>
            <p:nvPr/>
          </p:nvSpPr>
          <p:spPr>
            <a:xfrm rot="2721184">
              <a:off x="5703702" y="2444033"/>
              <a:ext cx="215585" cy="21558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3A801CB6-62D4-971E-2D6B-C231EA7462F6}"/>
                </a:ext>
              </a:extLst>
            </p:cNvPr>
            <p:cNvSpPr txBox="1"/>
            <p:nvPr/>
          </p:nvSpPr>
          <p:spPr>
            <a:xfrm>
              <a:off x="5720025" y="2723253"/>
              <a:ext cx="35298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d1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59462672-E12B-11F7-BC1E-44A1D7C5285B}"/>
                </a:ext>
              </a:extLst>
            </p:cNvPr>
            <p:cNvSpPr txBox="1"/>
            <p:nvPr/>
          </p:nvSpPr>
          <p:spPr>
            <a:xfrm>
              <a:off x="6583675" y="2594865"/>
              <a:ext cx="4219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ego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0" name="文字方塊 79">
              <a:extLst>
                <a:ext uri="{FF2B5EF4-FFF2-40B4-BE49-F238E27FC236}">
                  <a16:creationId xmlns:a16="http://schemas.microsoft.com/office/drawing/2014/main" id="{EB3DA109-C8A9-A5B8-57F8-3653BD5432EB}"/>
                </a:ext>
              </a:extLst>
            </p:cNvPr>
            <p:cNvSpPr txBox="1"/>
            <p:nvPr/>
          </p:nvSpPr>
          <p:spPr>
            <a:xfrm>
              <a:off x="6129424" y="1998725"/>
              <a:ext cx="35298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d1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1" name="橢圓 20">
              <a:extLst>
                <a:ext uri="{FF2B5EF4-FFF2-40B4-BE49-F238E27FC236}">
                  <a16:creationId xmlns:a16="http://schemas.microsoft.com/office/drawing/2014/main" id="{85B4D947-FAEA-C2D9-C450-A463B78B0F73}"/>
                </a:ext>
              </a:extLst>
            </p:cNvPr>
            <p:cNvSpPr/>
            <p:nvPr/>
          </p:nvSpPr>
          <p:spPr>
            <a:xfrm rot="4711812">
              <a:off x="5745571" y="2145622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2" name="橢圓 21">
              <a:extLst>
                <a:ext uri="{FF2B5EF4-FFF2-40B4-BE49-F238E27FC236}">
                  <a16:creationId xmlns:a16="http://schemas.microsoft.com/office/drawing/2014/main" id="{31965840-C123-0566-6DF5-0D123066C704}"/>
                </a:ext>
              </a:extLst>
            </p:cNvPr>
            <p:cNvSpPr/>
            <p:nvPr/>
          </p:nvSpPr>
          <p:spPr>
            <a:xfrm rot="7441547">
              <a:off x="5473879" y="2238408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3" name="橢圓 22">
              <a:extLst>
                <a:ext uri="{FF2B5EF4-FFF2-40B4-BE49-F238E27FC236}">
                  <a16:creationId xmlns:a16="http://schemas.microsoft.com/office/drawing/2014/main" id="{53AE0C11-6717-5266-8148-B9802D50AAEA}"/>
                </a:ext>
              </a:extLst>
            </p:cNvPr>
            <p:cNvSpPr/>
            <p:nvPr/>
          </p:nvSpPr>
          <p:spPr>
            <a:xfrm rot="4143140">
              <a:off x="5539041" y="2642678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4" name="橢圓 23">
              <a:extLst>
                <a:ext uri="{FF2B5EF4-FFF2-40B4-BE49-F238E27FC236}">
                  <a16:creationId xmlns:a16="http://schemas.microsoft.com/office/drawing/2014/main" id="{38BD2F9B-314F-6A84-4418-EF456D44FB5B}"/>
                </a:ext>
              </a:extLst>
            </p:cNvPr>
            <p:cNvSpPr/>
            <p:nvPr/>
          </p:nvSpPr>
          <p:spPr>
            <a:xfrm rot="5218443">
              <a:off x="5324900" y="2460949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85" name="直線接點 48">
              <a:extLst>
                <a:ext uri="{FF2B5EF4-FFF2-40B4-BE49-F238E27FC236}">
                  <a16:creationId xmlns:a16="http://schemas.microsoft.com/office/drawing/2014/main" id="{6864A127-0B07-EA38-B120-032740EFC794}"/>
                </a:ext>
              </a:extLst>
            </p:cNvPr>
            <p:cNvCxnSpPr>
              <a:cxnSpLocks/>
              <a:stCxn id="82" idx="0"/>
              <a:endCxn id="77" idx="2"/>
            </p:cNvCxnSpPr>
            <p:nvPr/>
          </p:nvCxnSpPr>
          <p:spPr>
            <a:xfrm rot="2721184" flipV="1">
              <a:off x="5557954" y="2400851"/>
              <a:ext cx="205746" cy="738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接點 49">
              <a:extLst>
                <a:ext uri="{FF2B5EF4-FFF2-40B4-BE49-F238E27FC236}">
                  <a16:creationId xmlns:a16="http://schemas.microsoft.com/office/drawing/2014/main" id="{E71D27B3-E0D7-80B8-1579-952149126D4E}"/>
                </a:ext>
              </a:extLst>
            </p:cNvPr>
            <p:cNvCxnSpPr>
              <a:cxnSpLocks/>
              <a:stCxn id="77" idx="1"/>
              <a:endCxn id="81" idx="6"/>
            </p:cNvCxnSpPr>
            <p:nvPr/>
          </p:nvCxnSpPr>
          <p:spPr>
            <a:xfrm rot="2721184" flipH="1" flipV="1">
              <a:off x="5754988" y="2290805"/>
              <a:ext cx="121195" cy="129344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接點 50">
              <a:extLst>
                <a:ext uri="{FF2B5EF4-FFF2-40B4-BE49-F238E27FC236}">
                  <a16:creationId xmlns:a16="http://schemas.microsoft.com/office/drawing/2014/main" id="{C0EC3932-5183-FB1C-75D1-9D69686A1530}"/>
                </a:ext>
              </a:extLst>
            </p:cNvPr>
            <p:cNvCxnSpPr>
              <a:cxnSpLocks/>
              <a:stCxn id="77" idx="3"/>
              <a:endCxn id="84" idx="0"/>
            </p:cNvCxnSpPr>
            <p:nvPr/>
          </p:nvCxnSpPr>
          <p:spPr>
            <a:xfrm rot="2721184" flipH="1">
              <a:off x="5473989" y="2455181"/>
              <a:ext cx="203060" cy="159775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接點 51">
              <a:extLst>
                <a:ext uri="{FF2B5EF4-FFF2-40B4-BE49-F238E27FC236}">
                  <a16:creationId xmlns:a16="http://schemas.microsoft.com/office/drawing/2014/main" id="{1166B1BB-EB31-0C5A-DA6A-A1005A00BA40}"/>
                </a:ext>
              </a:extLst>
            </p:cNvPr>
            <p:cNvCxnSpPr>
              <a:cxnSpLocks/>
              <a:stCxn id="77" idx="4"/>
              <a:endCxn id="83" idx="0"/>
            </p:cNvCxnSpPr>
            <p:nvPr/>
          </p:nvCxnSpPr>
          <p:spPr>
            <a:xfrm rot="2721184" flipH="1">
              <a:off x="5688372" y="2608175"/>
              <a:ext cx="15572" cy="9326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橢圓 20">
              <a:extLst>
                <a:ext uri="{FF2B5EF4-FFF2-40B4-BE49-F238E27FC236}">
                  <a16:creationId xmlns:a16="http://schemas.microsoft.com/office/drawing/2014/main" id="{B9EADF8C-C623-5182-CC03-6D2A4104C1AC}"/>
                </a:ext>
              </a:extLst>
            </p:cNvPr>
            <p:cNvSpPr/>
            <p:nvPr/>
          </p:nvSpPr>
          <p:spPr>
            <a:xfrm rot="19175915">
              <a:off x="6004206" y="2872938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90" name="橢圓 21">
              <a:extLst>
                <a:ext uri="{FF2B5EF4-FFF2-40B4-BE49-F238E27FC236}">
                  <a16:creationId xmlns:a16="http://schemas.microsoft.com/office/drawing/2014/main" id="{B2AAC6F0-F3DC-C405-93E0-213B15FB7696}"/>
                </a:ext>
              </a:extLst>
            </p:cNvPr>
            <p:cNvSpPr/>
            <p:nvPr/>
          </p:nvSpPr>
          <p:spPr>
            <a:xfrm rot="305650">
              <a:off x="6216847" y="3065835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91" name="橢圓 22">
              <a:extLst>
                <a:ext uri="{FF2B5EF4-FFF2-40B4-BE49-F238E27FC236}">
                  <a16:creationId xmlns:a16="http://schemas.microsoft.com/office/drawing/2014/main" id="{8B96B992-8992-CA8A-11C6-095879D93903}"/>
                </a:ext>
              </a:extLst>
            </p:cNvPr>
            <p:cNvSpPr/>
            <p:nvPr/>
          </p:nvSpPr>
          <p:spPr>
            <a:xfrm rot="18607243">
              <a:off x="6539140" y="2813234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92" name="橢圓 23">
              <a:extLst>
                <a:ext uri="{FF2B5EF4-FFF2-40B4-BE49-F238E27FC236}">
                  <a16:creationId xmlns:a16="http://schemas.microsoft.com/office/drawing/2014/main" id="{CA9A2454-8103-D227-604F-F428D1A734EE}"/>
                </a:ext>
              </a:extLst>
            </p:cNvPr>
            <p:cNvSpPr/>
            <p:nvPr/>
          </p:nvSpPr>
          <p:spPr>
            <a:xfrm rot="19682546">
              <a:off x="6483685" y="3088564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93" name="直線接點 48">
              <a:extLst>
                <a:ext uri="{FF2B5EF4-FFF2-40B4-BE49-F238E27FC236}">
                  <a16:creationId xmlns:a16="http://schemas.microsoft.com/office/drawing/2014/main" id="{6A89EF82-37AA-56F5-1F90-75D43F0B70C8}"/>
                </a:ext>
              </a:extLst>
            </p:cNvPr>
            <p:cNvCxnSpPr>
              <a:cxnSpLocks/>
              <a:stCxn id="90" idx="0"/>
            </p:cNvCxnSpPr>
            <p:nvPr/>
          </p:nvCxnSpPr>
          <p:spPr>
            <a:xfrm rot="17185287" flipV="1">
              <a:off x="6206215" y="2962668"/>
              <a:ext cx="205746" cy="738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接點 49">
              <a:extLst>
                <a:ext uri="{FF2B5EF4-FFF2-40B4-BE49-F238E27FC236}">
                  <a16:creationId xmlns:a16="http://schemas.microsoft.com/office/drawing/2014/main" id="{EB5181D0-EE82-0EE8-B62E-24506394F570}"/>
                </a:ext>
              </a:extLst>
            </p:cNvPr>
            <p:cNvCxnSpPr>
              <a:cxnSpLocks/>
              <a:endCxn id="89" idx="6"/>
            </p:cNvCxnSpPr>
            <p:nvPr/>
          </p:nvCxnSpPr>
          <p:spPr>
            <a:xfrm rot="17185287" flipH="1" flipV="1">
              <a:off x="6130683" y="2789978"/>
              <a:ext cx="121195" cy="129344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接點 50">
              <a:extLst>
                <a:ext uri="{FF2B5EF4-FFF2-40B4-BE49-F238E27FC236}">
                  <a16:creationId xmlns:a16="http://schemas.microsoft.com/office/drawing/2014/main" id="{B1176744-53C9-EF6A-1708-4BD59E356EB8}"/>
                </a:ext>
              </a:extLst>
            </p:cNvPr>
            <p:cNvCxnSpPr>
              <a:cxnSpLocks/>
              <a:endCxn id="92" idx="0"/>
            </p:cNvCxnSpPr>
            <p:nvPr/>
          </p:nvCxnSpPr>
          <p:spPr>
            <a:xfrm rot="17185287" flipH="1">
              <a:off x="6363064" y="2897988"/>
              <a:ext cx="203060" cy="159775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接點 51">
              <a:extLst>
                <a:ext uri="{FF2B5EF4-FFF2-40B4-BE49-F238E27FC236}">
                  <a16:creationId xmlns:a16="http://schemas.microsoft.com/office/drawing/2014/main" id="{E4FF7595-D08F-4E0F-AF6E-21B9A9820DC4}"/>
                </a:ext>
              </a:extLst>
            </p:cNvPr>
            <p:cNvCxnSpPr>
              <a:cxnSpLocks/>
              <a:endCxn id="91" idx="0"/>
            </p:cNvCxnSpPr>
            <p:nvPr/>
          </p:nvCxnSpPr>
          <p:spPr>
            <a:xfrm rot="17185287" flipH="1">
              <a:off x="6503241" y="2767736"/>
              <a:ext cx="15572" cy="9326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接點 51">
              <a:extLst>
                <a:ext uri="{FF2B5EF4-FFF2-40B4-BE49-F238E27FC236}">
                  <a16:creationId xmlns:a16="http://schemas.microsoft.com/office/drawing/2014/main" id="{6074FB25-7736-7060-073D-DF844F8DCCDD}"/>
                </a:ext>
              </a:extLst>
            </p:cNvPr>
            <p:cNvCxnSpPr>
              <a:cxnSpLocks/>
              <a:stCxn id="89" idx="4"/>
              <a:endCxn id="90" idx="1"/>
            </p:cNvCxnSpPr>
            <p:nvPr/>
          </p:nvCxnSpPr>
          <p:spPr>
            <a:xfrm rot="14464103" flipH="1">
              <a:off x="6096231" y="2996004"/>
              <a:ext cx="151516" cy="6894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線接點 51">
              <a:extLst>
                <a:ext uri="{FF2B5EF4-FFF2-40B4-BE49-F238E27FC236}">
                  <a16:creationId xmlns:a16="http://schemas.microsoft.com/office/drawing/2014/main" id="{A3EE613A-2564-207B-1934-E0EA4DFFDDBF}"/>
                </a:ext>
              </a:extLst>
            </p:cNvPr>
            <p:cNvCxnSpPr>
              <a:cxnSpLocks/>
              <a:stCxn id="90" idx="6"/>
              <a:endCxn id="92" idx="1"/>
            </p:cNvCxnSpPr>
            <p:nvPr/>
          </p:nvCxnSpPr>
          <p:spPr>
            <a:xfrm rot="14464103" flipH="1">
              <a:off x="6375330" y="3071153"/>
              <a:ext cx="73729" cy="126227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接點 51">
              <a:extLst>
                <a:ext uri="{FF2B5EF4-FFF2-40B4-BE49-F238E27FC236}">
                  <a16:creationId xmlns:a16="http://schemas.microsoft.com/office/drawing/2014/main" id="{FA634BEC-4F62-051C-01FD-E369167FCDFF}"/>
                </a:ext>
              </a:extLst>
            </p:cNvPr>
            <p:cNvCxnSpPr>
              <a:cxnSpLocks/>
              <a:stCxn id="92" idx="7"/>
              <a:endCxn id="91" idx="3"/>
            </p:cNvCxnSpPr>
            <p:nvPr/>
          </p:nvCxnSpPr>
          <p:spPr>
            <a:xfrm rot="14464103">
              <a:off x="6525862" y="2954942"/>
              <a:ext cx="112656" cy="11579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EF758B38-0856-9D79-32AF-7688A34858DF}"/>
              </a:ext>
            </a:extLst>
          </p:cNvPr>
          <p:cNvGrpSpPr/>
          <p:nvPr/>
        </p:nvGrpSpPr>
        <p:grpSpPr>
          <a:xfrm>
            <a:off x="4475748" y="1051540"/>
            <a:ext cx="2293368" cy="1895127"/>
            <a:chOff x="6555646" y="4880729"/>
            <a:chExt cx="1698738" cy="1403754"/>
          </a:xfrm>
          <a:effectLst>
            <a:outerShdw blurRad="165100" dist="50800" dir="2700000" algn="ctr" rotWithShape="0">
              <a:schemeClr val="bg1">
                <a:lumMod val="75000"/>
                <a:alpha val="40000"/>
              </a:schemeClr>
            </a:outerShdw>
          </a:effectLst>
        </p:grpSpPr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8FCF8A1A-D437-95C1-B0F9-A7B8497C3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84452" y="4880729"/>
              <a:ext cx="369932" cy="369930"/>
            </a:xfrm>
            <a:prstGeom prst="rect">
              <a:avLst/>
            </a:prstGeom>
          </p:spPr>
        </p:pic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2ABE87C1-B477-8CDE-464D-82856D3BB545}"/>
                </a:ext>
              </a:extLst>
            </p:cNvPr>
            <p:cNvGrpSpPr/>
            <p:nvPr/>
          </p:nvGrpSpPr>
          <p:grpSpPr>
            <a:xfrm>
              <a:off x="6555646" y="5072125"/>
              <a:ext cx="1680685" cy="1212358"/>
              <a:chOff x="5324900" y="1998725"/>
              <a:chExt cx="1680685" cy="1212358"/>
            </a:xfrm>
          </p:grpSpPr>
          <p:cxnSp>
            <p:nvCxnSpPr>
              <p:cNvPr id="107" name="直線接點 4">
                <a:extLst>
                  <a:ext uri="{FF2B5EF4-FFF2-40B4-BE49-F238E27FC236}">
                    <a16:creationId xmlns:a16="http://schemas.microsoft.com/office/drawing/2014/main" id="{FF3CD8BC-D214-F8EE-FDFA-02F226AA61EC}"/>
                  </a:ext>
                </a:extLst>
              </p:cNvPr>
              <p:cNvCxnSpPr>
                <a:cxnSpLocks/>
              </p:cNvCxnSpPr>
              <p:nvPr/>
            </p:nvCxnSpPr>
            <p:spPr>
              <a:xfrm rot="2721184" flipV="1">
                <a:off x="5920766" y="2558990"/>
                <a:ext cx="330805" cy="182181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線接點 5">
                <a:extLst>
                  <a:ext uri="{FF2B5EF4-FFF2-40B4-BE49-F238E27FC236}">
                    <a16:creationId xmlns:a16="http://schemas.microsoft.com/office/drawing/2014/main" id="{66F1D0C1-17E9-16CB-9CAC-1D073B00305D}"/>
                  </a:ext>
                </a:extLst>
              </p:cNvPr>
              <p:cNvCxnSpPr>
                <a:cxnSpLocks/>
                <a:stCxn id="110" idx="5"/>
              </p:cNvCxnSpPr>
              <p:nvPr/>
            </p:nvCxnSpPr>
            <p:spPr>
              <a:xfrm rot="2721184">
                <a:off x="6396939" y="2351282"/>
                <a:ext cx="141027" cy="29289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線接點 7">
                <a:extLst>
                  <a:ext uri="{FF2B5EF4-FFF2-40B4-BE49-F238E27FC236}">
                    <a16:creationId xmlns:a16="http://schemas.microsoft.com/office/drawing/2014/main" id="{29B0E47C-97FD-FBC4-44B9-24C755FEE6E5}"/>
                  </a:ext>
                </a:extLst>
              </p:cNvPr>
              <p:cNvCxnSpPr>
                <a:cxnSpLocks/>
                <a:stCxn id="110" idx="3"/>
              </p:cNvCxnSpPr>
              <p:nvPr/>
            </p:nvCxnSpPr>
            <p:spPr>
              <a:xfrm rot="2721184" flipH="1">
                <a:off x="6075700" y="2094440"/>
                <a:ext cx="163582" cy="562211"/>
              </a:xfrm>
              <a:prstGeom prst="line">
                <a:avLst/>
              </a:prstGeom>
              <a:ln w="317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橢圓 8">
                <a:extLst>
                  <a:ext uri="{FF2B5EF4-FFF2-40B4-BE49-F238E27FC236}">
                    <a16:creationId xmlns:a16="http://schemas.microsoft.com/office/drawing/2014/main" id="{87A87D52-F180-791E-B903-54DB1ADC77DC}"/>
                  </a:ext>
                </a:extLst>
              </p:cNvPr>
              <p:cNvSpPr/>
              <p:nvPr/>
            </p:nvSpPr>
            <p:spPr>
              <a:xfrm rot="2721184">
                <a:off x="6414960" y="2129064"/>
                <a:ext cx="215586" cy="21558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tx1"/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" name="橢圓 11">
                <a:extLst>
                  <a:ext uri="{FF2B5EF4-FFF2-40B4-BE49-F238E27FC236}">
                    <a16:creationId xmlns:a16="http://schemas.microsoft.com/office/drawing/2014/main" id="{669E1084-D8FD-880F-9935-10D2DB7EB32C}"/>
                  </a:ext>
                </a:extLst>
              </p:cNvPr>
              <p:cNvSpPr/>
              <p:nvPr/>
            </p:nvSpPr>
            <p:spPr>
              <a:xfrm rot="2721184">
                <a:off x="6264965" y="2643206"/>
                <a:ext cx="215585" cy="215585"/>
              </a:xfrm>
              <a:prstGeom prst="ellipse">
                <a:avLst/>
              </a:prstGeom>
              <a:solidFill>
                <a:srgbClr val="C0000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tx1"/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" name="橢圓 12">
                <a:extLst>
                  <a:ext uri="{FF2B5EF4-FFF2-40B4-BE49-F238E27FC236}">
                    <a16:creationId xmlns:a16="http://schemas.microsoft.com/office/drawing/2014/main" id="{E07B6286-3D52-99B4-D027-3A9BD6EE6719}"/>
                  </a:ext>
                </a:extLst>
              </p:cNvPr>
              <p:cNvSpPr/>
              <p:nvPr/>
            </p:nvSpPr>
            <p:spPr>
              <a:xfrm rot="2721184">
                <a:off x="5703702" y="2444033"/>
                <a:ext cx="215585" cy="21558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文字方塊 77">
                <a:extLst>
                  <a:ext uri="{FF2B5EF4-FFF2-40B4-BE49-F238E27FC236}">
                    <a16:creationId xmlns:a16="http://schemas.microsoft.com/office/drawing/2014/main" id="{48E14ABB-E387-3689-3832-6A8643524C3C}"/>
                  </a:ext>
                </a:extLst>
              </p:cNvPr>
              <p:cNvSpPr txBox="1"/>
              <p:nvPr/>
            </p:nvSpPr>
            <p:spPr>
              <a:xfrm>
                <a:off x="5720025" y="2723253"/>
                <a:ext cx="3529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d1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4" name="文字方塊 78">
                <a:extLst>
                  <a:ext uri="{FF2B5EF4-FFF2-40B4-BE49-F238E27FC236}">
                    <a16:creationId xmlns:a16="http://schemas.microsoft.com/office/drawing/2014/main" id="{4126C41D-D3BB-BF5D-DC60-AA763E1F9A36}"/>
                  </a:ext>
                </a:extLst>
              </p:cNvPr>
              <p:cNvSpPr txBox="1"/>
              <p:nvPr/>
            </p:nvSpPr>
            <p:spPr>
              <a:xfrm>
                <a:off x="6583675" y="2594865"/>
                <a:ext cx="42191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ego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文字方塊 79">
                <a:extLst>
                  <a:ext uri="{FF2B5EF4-FFF2-40B4-BE49-F238E27FC236}">
                    <a16:creationId xmlns:a16="http://schemas.microsoft.com/office/drawing/2014/main" id="{5191419D-7026-4E67-7173-DE2C9566EED6}"/>
                  </a:ext>
                </a:extLst>
              </p:cNvPr>
              <p:cNvSpPr txBox="1"/>
              <p:nvPr/>
            </p:nvSpPr>
            <p:spPr>
              <a:xfrm>
                <a:off x="6129424" y="1998725"/>
                <a:ext cx="3529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d1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橢圓 20">
                <a:extLst>
                  <a:ext uri="{FF2B5EF4-FFF2-40B4-BE49-F238E27FC236}">
                    <a16:creationId xmlns:a16="http://schemas.microsoft.com/office/drawing/2014/main" id="{9900159F-9187-3DCE-5DAF-8E07F10C56CF}"/>
                  </a:ext>
                </a:extLst>
              </p:cNvPr>
              <p:cNvSpPr/>
              <p:nvPr/>
            </p:nvSpPr>
            <p:spPr>
              <a:xfrm rot="4711812">
                <a:off x="5745571" y="2145622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7" name="橢圓 21">
                <a:extLst>
                  <a:ext uri="{FF2B5EF4-FFF2-40B4-BE49-F238E27FC236}">
                    <a16:creationId xmlns:a16="http://schemas.microsoft.com/office/drawing/2014/main" id="{446E84A7-2013-0113-FED1-A8F6BC7BD883}"/>
                  </a:ext>
                </a:extLst>
              </p:cNvPr>
              <p:cNvSpPr/>
              <p:nvPr/>
            </p:nvSpPr>
            <p:spPr>
              <a:xfrm rot="7441547">
                <a:off x="5473879" y="2238408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橢圓 22">
                <a:extLst>
                  <a:ext uri="{FF2B5EF4-FFF2-40B4-BE49-F238E27FC236}">
                    <a16:creationId xmlns:a16="http://schemas.microsoft.com/office/drawing/2014/main" id="{32ACBC36-F282-177C-8EA9-B30454A18C95}"/>
                  </a:ext>
                </a:extLst>
              </p:cNvPr>
              <p:cNvSpPr/>
              <p:nvPr/>
            </p:nvSpPr>
            <p:spPr>
              <a:xfrm rot="4143140">
                <a:off x="5539041" y="2642678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9" name="橢圓 23">
                <a:extLst>
                  <a:ext uri="{FF2B5EF4-FFF2-40B4-BE49-F238E27FC236}">
                    <a16:creationId xmlns:a16="http://schemas.microsoft.com/office/drawing/2014/main" id="{2879484E-57B4-CAD5-E0F5-CEB3804E916E}"/>
                  </a:ext>
                </a:extLst>
              </p:cNvPr>
              <p:cNvSpPr/>
              <p:nvPr/>
            </p:nvSpPr>
            <p:spPr>
              <a:xfrm rot="5218443">
                <a:off x="5324900" y="2460949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0" name="直線接點 48">
                <a:extLst>
                  <a:ext uri="{FF2B5EF4-FFF2-40B4-BE49-F238E27FC236}">
                    <a16:creationId xmlns:a16="http://schemas.microsoft.com/office/drawing/2014/main" id="{82576F50-0145-08A3-B7A8-3AB2612252A0}"/>
                  </a:ext>
                </a:extLst>
              </p:cNvPr>
              <p:cNvCxnSpPr>
                <a:cxnSpLocks/>
                <a:stCxn id="117" idx="0"/>
                <a:endCxn id="112" idx="2"/>
              </p:cNvCxnSpPr>
              <p:nvPr/>
            </p:nvCxnSpPr>
            <p:spPr>
              <a:xfrm rot="2721184" flipV="1">
                <a:off x="5557954" y="2400851"/>
                <a:ext cx="205746" cy="7381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接點 49">
                <a:extLst>
                  <a:ext uri="{FF2B5EF4-FFF2-40B4-BE49-F238E27FC236}">
                    <a16:creationId xmlns:a16="http://schemas.microsoft.com/office/drawing/2014/main" id="{4898B016-2854-9636-F26B-202AACE9F1C0}"/>
                  </a:ext>
                </a:extLst>
              </p:cNvPr>
              <p:cNvCxnSpPr>
                <a:cxnSpLocks/>
                <a:stCxn id="112" idx="1"/>
                <a:endCxn id="116" idx="6"/>
              </p:cNvCxnSpPr>
              <p:nvPr/>
            </p:nvCxnSpPr>
            <p:spPr>
              <a:xfrm rot="2721184" flipH="1" flipV="1">
                <a:off x="5754988" y="2290805"/>
                <a:ext cx="121195" cy="129344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線接點 50">
                <a:extLst>
                  <a:ext uri="{FF2B5EF4-FFF2-40B4-BE49-F238E27FC236}">
                    <a16:creationId xmlns:a16="http://schemas.microsoft.com/office/drawing/2014/main" id="{DA120EF6-8E3F-3F2E-CF89-0E0E357BF267}"/>
                  </a:ext>
                </a:extLst>
              </p:cNvPr>
              <p:cNvCxnSpPr>
                <a:cxnSpLocks/>
                <a:stCxn id="112" idx="3"/>
                <a:endCxn id="119" idx="0"/>
              </p:cNvCxnSpPr>
              <p:nvPr/>
            </p:nvCxnSpPr>
            <p:spPr>
              <a:xfrm rot="2721184" flipH="1">
                <a:off x="5473989" y="2455181"/>
                <a:ext cx="203060" cy="159775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接點 51">
                <a:extLst>
                  <a:ext uri="{FF2B5EF4-FFF2-40B4-BE49-F238E27FC236}">
                    <a16:creationId xmlns:a16="http://schemas.microsoft.com/office/drawing/2014/main" id="{92FA864B-CC55-51C4-2A77-07922F5072EE}"/>
                  </a:ext>
                </a:extLst>
              </p:cNvPr>
              <p:cNvCxnSpPr>
                <a:cxnSpLocks/>
                <a:stCxn id="112" idx="4"/>
                <a:endCxn id="118" idx="0"/>
              </p:cNvCxnSpPr>
              <p:nvPr/>
            </p:nvCxnSpPr>
            <p:spPr>
              <a:xfrm rot="2721184" flipH="1">
                <a:off x="5688372" y="2608175"/>
                <a:ext cx="15572" cy="93262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橢圓 20">
                <a:extLst>
                  <a:ext uri="{FF2B5EF4-FFF2-40B4-BE49-F238E27FC236}">
                    <a16:creationId xmlns:a16="http://schemas.microsoft.com/office/drawing/2014/main" id="{1AC24C97-C411-256C-1FB6-1FE022DF0001}"/>
                  </a:ext>
                </a:extLst>
              </p:cNvPr>
              <p:cNvSpPr/>
              <p:nvPr/>
            </p:nvSpPr>
            <p:spPr>
              <a:xfrm rot="19175915">
                <a:off x="6004206" y="2872938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" name="橢圓 21">
                <a:extLst>
                  <a:ext uri="{FF2B5EF4-FFF2-40B4-BE49-F238E27FC236}">
                    <a16:creationId xmlns:a16="http://schemas.microsoft.com/office/drawing/2014/main" id="{295272DF-38F5-14CC-2E8C-82EED35E79E0}"/>
                  </a:ext>
                </a:extLst>
              </p:cNvPr>
              <p:cNvSpPr/>
              <p:nvPr/>
            </p:nvSpPr>
            <p:spPr>
              <a:xfrm rot="305650">
                <a:off x="6216847" y="3065835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" name="橢圓 22">
                <a:extLst>
                  <a:ext uri="{FF2B5EF4-FFF2-40B4-BE49-F238E27FC236}">
                    <a16:creationId xmlns:a16="http://schemas.microsoft.com/office/drawing/2014/main" id="{67DD4566-3C80-8A5D-84F9-7BAAE396B975}"/>
                  </a:ext>
                </a:extLst>
              </p:cNvPr>
              <p:cNvSpPr/>
              <p:nvPr/>
            </p:nvSpPr>
            <p:spPr>
              <a:xfrm rot="18607243">
                <a:off x="6539140" y="2813234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7" name="橢圓 23">
                <a:extLst>
                  <a:ext uri="{FF2B5EF4-FFF2-40B4-BE49-F238E27FC236}">
                    <a16:creationId xmlns:a16="http://schemas.microsoft.com/office/drawing/2014/main" id="{29C0B732-83EB-4460-9181-D52B7ADF7921}"/>
                  </a:ext>
                </a:extLst>
              </p:cNvPr>
              <p:cNvSpPr/>
              <p:nvPr/>
            </p:nvSpPr>
            <p:spPr>
              <a:xfrm rot="19682546">
                <a:off x="6483685" y="3088564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8" name="直線接點 48">
                <a:extLst>
                  <a:ext uri="{FF2B5EF4-FFF2-40B4-BE49-F238E27FC236}">
                    <a16:creationId xmlns:a16="http://schemas.microsoft.com/office/drawing/2014/main" id="{F078CD74-2A3D-607B-19E5-F1A9425A4FE6}"/>
                  </a:ext>
                </a:extLst>
              </p:cNvPr>
              <p:cNvCxnSpPr>
                <a:cxnSpLocks/>
                <a:stCxn id="125" idx="0"/>
              </p:cNvCxnSpPr>
              <p:nvPr/>
            </p:nvCxnSpPr>
            <p:spPr>
              <a:xfrm rot="17185287" flipV="1">
                <a:off x="6206215" y="2962668"/>
                <a:ext cx="205746" cy="7381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線接點 49">
                <a:extLst>
                  <a:ext uri="{FF2B5EF4-FFF2-40B4-BE49-F238E27FC236}">
                    <a16:creationId xmlns:a16="http://schemas.microsoft.com/office/drawing/2014/main" id="{DA628EA4-FF19-93A0-E93A-F13CF1548403}"/>
                  </a:ext>
                </a:extLst>
              </p:cNvPr>
              <p:cNvCxnSpPr>
                <a:cxnSpLocks/>
                <a:endCxn id="124" idx="6"/>
              </p:cNvCxnSpPr>
              <p:nvPr/>
            </p:nvCxnSpPr>
            <p:spPr>
              <a:xfrm rot="17185287" flipH="1" flipV="1">
                <a:off x="6130683" y="2789978"/>
                <a:ext cx="121195" cy="129344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線接點 50">
                <a:extLst>
                  <a:ext uri="{FF2B5EF4-FFF2-40B4-BE49-F238E27FC236}">
                    <a16:creationId xmlns:a16="http://schemas.microsoft.com/office/drawing/2014/main" id="{2CD27BF8-67C0-4E35-0EFD-0067999C2B7C}"/>
                  </a:ext>
                </a:extLst>
              </p:cNvPr>
              <p:cNvCxnSpPr>
                <a:cxnSpLocks/>
                <a:endCxn id="127" idx="0"/>
              </p:cNvCxnSpPr>
              <p:nvPr/>
            </p:nvCxnSpPr>
            <p:spPr>
              <a:xfrm rot="17185287" flipH="1">
                <a:off x="6363064" y="2897988"/>
                <a:ext cx="203060" cy="159775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線接點 51">
                <a:extLst>
                  <a:ext uri="{FF2B5EF4-FFF2-40B4-BE49-F238E27FC236}">
                    <a16:creationId xmlns:a16="http://schemas.microsoft.com/office/drawing/2014/main" id="{3FF943CD-57B6-575C-935F-BD48BA744500}"/>
                  </a:ext>
                </a:extLst>
              </p:cNvPr>
              <p:cNvCxnSpPr>
                <a:cxnSpLocks/>
                <a:endCxn id="126" idx="0"/>
              </p:cNvCxnSpPr>
              <p:nvPr/>
            </p:nvCxnSpPr>
            <p:spPr>
              <a:xfrm rot="17185287" flipH="1">
                <a:off x="6503241" y="2767736"/>
                <a:ext cx="15572" cy="93262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線接點 51">
                <a:extLst>
                  <a:ext uri="{FF2B5EF4-FFF2-40B4-BE49-F238E27FC236}">
                    <a16:creationId xmlns:a16="http://schemas.microsoft.com/office/drawing/2014/main" id="{135B3D8F-D3EA-3C0F-C455-D2461966C460}"/>
                  </a:ext>
                </a:extLst>
              </p:cNvPr>
              <p:cNvCxnSpPr>
                <a:cxnSpLocks/>
                <a:stCxn id="124" idx="4"/>
                <a:endCxn id="125" idx="1"/>
              </p:cNvCxnSpPr>
              <p:nvPr/>
            </p:nvCxnSpPr>
            <p:spPr>
              <a:xfrm rot="14464103" flipH="1">
                <a:off x="6096231" y="2996004"/>
                <a:ext cx="151516" cy="68942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線接點 51">
                <a:extLst>
                  <a:ext uri="{FF2B5EF4-FFF2-40B4-BE49-F238E27FC236}">
                    <a16:creationId xmlns:a16="http://schemas.microsoft.com/office/drawing/2014/main" id="{CC36DE0C-C523-7DF3-2E31-0C2E6A5D44DE}"/>
                  </a:ext>
                </a:extLst>
              </p:cNvPr>
              <p:cNvCxnSpPr>
                <a:cxnSpLocks/>
                <a:stCxn id="125" idx="6"/>
                <a:endCxn id="127" idx="1"/>
              </p:cNvCxnSpPr>
              <p:nvPr/>
            </p:nvCxnSpPr>
            <p:spPr>
              <a:xfrm rot="14464103" flipH="1">
                <a:off x="6375330" y="3071153"/>
                <a:ext cx="73729" cy="126227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線接點 51">
                <a:extLst>
                  <a:ext uri="{FF2B5EF4-FFF2-40B4-BE49-F238E27FC236}">
                    <a16:creationId xmlns:a16="http://schemas.microsoft.com/office/drawing/2014/main" id="{7F023AE5-3442-5988-FE04-C55B09BD171F}"/>
                  </a:ext>
                </a:extLst>
              </p:cNvPr>
              <p:cNvCxnSpPr>
                <a:cxnSpLocks/>
                <a:stCxn id="127" idx="7"/>
                <a:endCxn id="126" idx="3"/>
              </p:cNvCxnSpPr>
              <p:nvPr/>
            </p:nvCxnSpPr>
            <p:spPr>
              <a:xfrm rot="14464103">
                <a:off x="6525862" y="2954942"/>
                <a:ext cx="112656" cy="115791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E108513C-B9EC-18EB-D70F-19B59BB267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52553" y="3038374"/>
            <a:ext cx="4157563" cy="2938797"/>
          </a:xfrm>
          <a:prstGeom prst="rect">
            <a:avLst/>
          </a:prstGeom>
          <a:effectLst>
            <a:outerShdw blurRad="165100" dist="50800" dir="2700000" algn="ctr" rotWithShape="0">
              <a:schemeClr val="bg1">
                <a:lumMod val="75000"/>
                <a:alpha val="40000"/>
              </a:schemeClr>
            </a:outerShdw>
          </a:effectLst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35ECFF1F-204C-7A5E-7B05-CF771B529E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74"/>
          <a:stretch>
            <a:fillRect/>
          </a:stretch>
        </p:blipFill>
        <p:spPr>
          <a:xfrm>
            <a:off x="2437641" y="3138782"/>
            <a:ext cx="4157563" cy="2839659"/>
          </a:xfrm>
          <a:prstGeom prst="rect">
            <a:avLst/>
          </a:prstGeom>
          <a:effectLst>
            <a:outerShdw blurRad="165100" dist="50800" dir="2700000" algn="ctr" rotWithShape="0">
              <a:schemeClr val="bg1">
                <a:lumMod val="75000"/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4399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78D0D-CAE4-BFB4-189F-2C23C9CA7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1F5C403-C5B9-3176-A029-04B15B1083FA}"/>
              </a:ext>
            </a:extLst>
          </p:cNvPr>
          <p:cNvGrpSpPr/>
          <p:nvPr/>
        </p:nvGrpSpPr>
        <p:grpSpPr>
          <a:xfrm rot="20852940">
            <a:off x="4165590" y="2283221"/>
            <a:ext cx="1782184" cy="1317043"/>
            <a:chOff x="644968" y="1308181"/>
            <a:chExt cx="1612271" cy="1191476"/>
          </a:xfrm>
        </p:grpSpPr>
        <p:sp>
          <p:nvSpPr>
            <p:cNvPr id="7" name="橢圓 20">
              <a:extLst>
                <a:ext uri="{FF2B5EF4-FFF2-40B4-BE49-F238E27FC236}">
                  <a16:creationId xmlns:a16="http://schemas.microsoft.com/office/drawing/2014/main" id="{2C9D9CAA-C830-A5E7-8ABC-7EDCB0B2391B}"/>
                </a:ext>
              </a:extLst>
            </p:cNvPr>
            <p:cNvSpPr/>
            <p:nvPr/>
          </p:nvSpPr>
          <p:spPr>
            <a:xfrm rot="10499338">
              <a:off x="2134720" y="1761652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" name="橢圓 21">
              <a:extLst>
                <a:ext uri="{FF2B5EF4-FFF2-40B4-BE49-F238E27FC236}">
                  <a16:creationId xmlns:a16="http://schemas.microsoft.com/office/drawing/2014/main" id="{FA8924C9-6E28-FF68-7F26-8F942807935B}"/>
                </a:ext>
              </a:extLst>
            </p:cNvPr>
            <p:cNvSpPr/>
            <p:nvPr/>
          </p:nvSpPr>
          <p:spPr>
            <a:xfrm rot="13229073">
              <a:off x="2073085" y="1481248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9" name="橢圓 22">
              <a:extLst>
                <a:ext uri="{FF2B5EF4-FFF2-40B4-BE49-F238E27FC236}">
                  <a16:creationId xmlns:a16="http://schemas.microsoft.com/office/drawing/2014/main" id="{FF6EB1F3-799C-3BD4-A7FB-690E3C953DCF}"/>
                </a:ext>
              </a:extLst>
            </p:cNvPr>
            <p:cNvSpPr/>
            <p:nvPr/>
          </p:nvSpPr>
          <p:spPr>
            <a:xfrm rot="9930666">
              <a:off x="1664051" y="1500520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0" name="橢圓 23">
              <a:extLst>
                <a:ext uri="{FF2B5EF4-FFF2-40B4-BE49-F238E27FC236}">
                  <a16:creationId xmlns:a16="http://schemas.microsoft.com/office/drawing/2014/main" id="{E667A78E-4671-C56A-12AE-BC6CE6ED5553}"/>
                </a:ext>
              </a:extLst>
            </p:cNvPr>
            <p:cNvSpPr/>
            <p:nvPr/>
          </p:nvSpPr>
          <p:spPr>
            <a:xfrm rot="11005969">
              <a:off x="1868715" y="1308181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線接點 48">
              <a:extLst>
                <a:ext uri="{FF2B5EF4-FFF2-40B4-BE49-F238E27FC236}">
                  <a16:creationId xmlns:a16="http://schemas.microsoft.com/office/drawing/2014/main" id="{0C9628DF-9DD0-494C-5F35-CD37A561BA25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rot="8508710" flipV="1">
              <a:off x="1913125" y="1651910"/>
              <a:ext cx="205746" cy="738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49">
              <a:extLst>
                <a:ext uri="{FF2B5EF4-FFF2-40B4-BE49-F238E27FC236}">
                  <a16:creationId xmlns:a16="http://schemas.microsoft.com/office/drawing/2014/main" id="{9EFCB1AC-46EB-CE31-AA19-954575D4C82E}"/>
                </a:ext>
              </a:extLst>
            </p:cNvPr>
            <p:cNvCxnSpPr>
              <a:cxnSpLocks/>
              <a:endCxn id="7" idx="6"/>
            </p:cNvCxnSpPr>
            <p:nvPr/>
          </p:nvCxnSpPr>
          <p:spPr>
            <a:xfrm rot="8508710" flipH="1" flipV="1">
              <a:off x="1986745" y="1750224"/>
              <a:ext cx="121195" cy="129344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50">
              <a:extLst>
                <a:ext uri="{FF2B5EF4-FFF2-40B4-BE49-F238E27FC236}">
                  <a16:creationId xmlns:a16="http://schemas.microsoft.com/office/drawing/2014/main" id="{80AE2B55-3838-E7CC-9DC7-61B0F8387629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 rot="8508710" flipH="1">
              <a:off x="1794366" y="1476264"/>
              <a:ext cx="203060" cy="159775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51">
              <a:extLst>
                <a:ext uri="{FF2B5EF4-FFF2-40B4-BE49-F238E27FC236}">
                  <a16:creationId xmlns:a16="http://schemas.microsoft.com/office/drawing/2014/main" id="{B840CC9D-6BE3-0178-EFB0-70E078587C2B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 rot="8508710" flipH="1">
              <a:off x="1755561" y="1615925"/>
              <a:ext cx="15572" cy="9326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51">
              <a:extLst>
                <a:ext uri="{FF2B5EF4-FFF2-40B4-BE49-F238E27FC236}">
                  <a16:creationId xmlns:a16="http://schemas.microsoft.com/office/drawing/2014/main" id="{7B129D11-2A2F-8C84-D4DD-E40B1CFD41D4}"/>
                </a:ext>
              </a:extLst>
            </p:cNvPr>
            <p:cNvCxnSpPr>
              <a:cxnSpLocks/>
              <a:stCxn id="7" idx="4"/>
              <a:endCxn id="8" idx="1"/>
            </p:cNvCxnSpPr>
            <p:nvPr/>
          </p:nvCxnSpPr>
          <p:spPr>
            <a:xfrm rot="5787526" flipH="1">
              <a:off x="2089139" y="1648260"/>
              <a:ext cx="151516" cy="6894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51">
              <a:extLst>
                <a:ext uri="{FF2B5EF4-FFF2-40B4-BE49-F238E27FC236}">
                  <a16:creationId xmlns:a16="http://schemas.microsoft.com/office/drawing/2014/main" id="{3301E9E5-3E4D-1A32-BBA2-95727A591B45}"/>
                </a:ext>
              </a:extLst>
            </p:cNvPr>
            <p:cNvCxnSpPr>
              <a:cxnSpLocks/>
              <a:stCxn id="8" idx="6"/>
              <a:endCxn id="10" idx="1"/>
            </p:cNvCxnSpPr>
            <p:nvPr/>
          </p:nvCxnSpPr>
          <p:spPr>
            <a:xfrm rot="5787526" flipH="1">
              <a:off x="1992321" y="1395891"/>
              <a:ext cx="73729" cy="126227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51">
              <a:extLst>
                <a:ext uri="{FF2B5EF4-FFF2-40B4-BE49-F238E27FC236}">
                  <a16:creationId xmlns:a16="http://schemas.microsoft.com/office/drawing/2014/main" id="{A3370986-B1BE-38DD-A074-5F5A9DBF05AE}"/>
                </a:ext>
              </a:extLst>
            </p:cNvPr>
            <p:cNvCxnSpPr>
              <a:cxnSpLocks/>
              <a:stCxn id="10" idx="7"/>
              <a:endCxn id="9" idx="3"/>
            </p:cNvCxnSpPr>
            <p:nvPr/>
          </p:nvCxnSpPr>
          <p:spPr>
            <a:xfrm rot="5787526">
              <a:off x="1763948" y="1401649"/>
              <a:ext cx="112656" cy="11579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4">
              <a:extLst>
                <a:ext uri="{FF2B5EF4-FFF2-40B4-BE49-F238E27FC236}">
                  <a16:creationId xmlns:a16="http://schemas.microsoft.com/office/drawing/2014/main" id="{B210FCDE-6606-91F9-006D-D2DDDEB35D20}"/>
                </a:ext>
              </a:extLst>
            </p:cNvPr>
            <p:cNvCxnSpPr>
              <a:cxnSpLocks/>
            </p:cNvCxnSpPr>
            <p:nvPr/>
          </p:nvCxnSpPr>
          <p:spPr>
            <a:xfrm rot="2721184" flipV="1">
              <a:off x="1240834" y="2112439"/>
              <a:ext cx="330805" cy="18218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5">
              <a:extLst>
                <a:ext uri="{FF2B5EF4-FFF2-40B4-BE49-F238E27FC236}">
                  <a16:creationId xmlns:a16="http://schemas.microsoft.com/office/drawing/2014/main" id="{62BB62F9-1840-B252-ECAE-0824DD2E71E5}"/>
                </a:ext>
              </a:extLst>
            </p:cNvPr>
            <p:cNvCxnSpPr>
              <a:cxnSpLocks/>
              <a:stCxn id="21" idx="5"/>
            </p:cNvCxnSpPr>
            <p:nvPr/>
          </p:nvCxnSpPr>
          <p:spPr>
            <a:xfrm rot="2721184">
              <a:off x="1717007" y="1904731"/>
              <a:ext cx="141027" cy="29289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7">
              <a:extLst>
                <a:ext uri="{FF2B5EF4-FFF2-40B4-BE49-F238E27FC236}">
                  <a16:creationId xmlns:a16="http://schemas.microsoft.com/office/drawing/2014/main" id="{986A4AF4-BC53-A1EF-5A65-F4615B54636D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 rot="2721184" flipH="1">
              <a:off x="1395768" y="1647889"/>
              <a:ext cx="163582" cy="562211"/>
            </a:xfrm>
            <a:prstGeom prst="line">
              <a:avLst/>
            </a:prstGeom>
            <a:ln w="317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橢圓 8">
              <a:extLst>
                <a:ext uri="{FF2B5EF4-FFF2-40B4-BE49-F238E27FC236}">
                  <a16:creationId xmlns:a16="http://schemas.microsoft.com/office/drawing/2014/main" id="{D5CB99FB-CEAA-B395-A19E-603D779F412A}"/>
                </a:ext>
              </a:extLst>
            </p:cNvPr>
            <p:cNvSpPr/>
            <p:nvPr/>
          </p:nvSpPr>
          <p:spPr>
            <a:xfrm rot="2721184">
              <a:off x="1735028" y="1682513"/>
              <a:ext cx="215586" cy="21558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tx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22" name="橢圓 11">
              <a:extLst>
                <a:ext uri="{FF2B5EF4-FFF2-40B4-BE49-F238E27FC236}">
                  <a16:creationId xmlns:a16="http://schemas.microsoft.com/office/drawing/2014/main" id="{75469C91-F8F2-F4E0-E91C-0787551B3AE8}"/>
                </a:ext>
              </a:extLst>
            </p:cNvPr>
            <p:cNvSpPr/>
            <p:nvPr/>
          </p:nvSpPr>
          <p:spPr>
            <a:xfrm rot="2721184">
              <a:off x="1585033" y="2196655"/>
              <a:ext cx="215585" cy="21558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tx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23" name="橢圓 12">
              <a:extLst>
                <a:ext uri="{FF2B5EF4-FFF2-40B4-BE49-F238E27FC236}">
                  <a16:creationId xmlns:a16="http://schemas.microsoft.com/office/drawing/2014/main" id="{302EFAD7-A713-1CE1-6E01-D9FD56F764EF}"/>
                </a:ext>
              </a:extLst>
            </p:cNvPr>
            <p:cNvSpPr/>
            <p:nvPr/>
          </p:nvSpPr>
          <p:spPr>
            <a:xfrm rot="2721184">
              <a:off x="1023770" y="1997482"/>
              <a:ext cx="215585" cy="215585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24" name="橢圓 20">
              <a:extLst>
                <a:ext uri="{FF2B5EF4-FFF2-40B4-BE49-F238E27FC236}">
                  <a16:creationId xmlns:a16="http://schemas.microsoft.com/office/drawing/2014/main" id="{7F26CBAA-E504-1BE0-AE21-4F5D96CD1D98}"/>
                </a:ext>
              </a:extLst>
            </p:cNvPr>
            <p:cNvSpPr/>
            <p:nvPr/>
          </p:nvSpPr>
          <p:spPr>
            <a:xfrm rot="4711812">
              <a:off x="1065639" y="1699071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25" name="橢圓 21">
              <a:extLst>
                <a:ext uri="{FF2B5EF4-FFF2-40B4-BE49-F238E27FC236}">
                  <a16:creationId xmlns:a16="http://schemas.microsoft.com/office/drawing/2014/main" id="{3DFD1319-3569-CB5D-DD7C-6FA8658390AD}"/>
                </a:ext>
              </a:extLst>
            </p:cNvPr>
            <p:cNvSpPr/>
            <p:nvPr/>
          </p:nvSpPr>
          <p:spPr>
            <a:xfrm rot="7441547">
              <a:off x="793947" y="1791857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26" name="橢圓 22">
              <a:extLst>
                <a:ext uri="{FF2B5EF4-FFF2-40B4-BE49-F238E27FC236}">
                  <a16:creationId xmlns:a16="http://schemas.microsoft.com/office/drawing/2014/main" id="{D3E4F7EC-2BC7-1B78-BAFC-E006AEC27D40}"/>
                </a:ext>
              </a:extLst>
            </p:cNvPr>
            <p:cNvSpPr/>
            <p:nvPr/>
          </p:nvSpPr>
          <p:spPr>
            <a:xfrm rot="4143140">
              <a:off x="859109" y="2196127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27" name="橢圓 23">
              <a:extLst>
                <a:ext uri="{FF2B5EF4-FFF2-40B4-BE49-F238E27FC236}">
                  <a16:creationId xmlns:a16="http://schemas.microsoft.com/office/drawing/2014/main" id="{40FFC926-256E-1C98-E6CD-D27071C1A540}"/>
                </a:ext>
              </a:extLst>
            </p:cNvPr>
            <p:cNvSpPr/>
            <p:nvPr/>
          </p:nvSpPr>
          <p:spPr>
            <a:xfrm rot="5218443">
              <a:off x="644968" y="2014398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28" name="直線接點 48">
              <a:extLst>
                <a:ext uri="{FF2B5EF4-FFF2-40B4-BE49-F238E27FC236}">
                  <a16:creationId xmlns:a16="http://schemas.microsoft.com/office/drawing/2014/main" id="{38E4A82A-E677-80C4-31E0-9ADF53D54135}"/>
                </a:ext>
              </a:extLst>
            </p:cNvPr>
            <p:cNvCxnSpPr>
              <a:cxnSpLocks/>
              <a:stCxn id="25" idx="0"/>
              <a:endCxn id="23" idx="2"/>
            </p:cNvCxnSpPr>
            <p:nvPr/>
          </p:nvCxnSpPr>
          <p:spPr>
            <a:xfrm rot="2721184" flipV="1">
              <a:off x="878022" y="1954300"/>
              <a:ext cx="205746" cy="738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49">
              <a:extLst>
                <a:ext uri="{FF2B5EF4-FFF2-40B4-BE49-F238E27FC236}">
                  <a16:creationId xmlns:a16="http://schemas.microsoft.com/office/drawing/2014/main" id="{1E88A8C3-A9D7-E4DA-8B19-C7D28F699084}"/>
                </a:ext>
              </a:extLst>
            </p:cNvPr>
            <p:cNvCxnSpPr>
              <a:cxnSpLocks/>
              <a:stCxn id="23" idx="1"/>
              <a:endCxn id="24" idx="6"/>
            </p:cNvCxnSpPr>
            <p:nvPr/>
          </p:nvCxnSpPr>
          <p:spPr>
            <a:xfrm rot="2721184" flipH="1" flipV="1">
              <a:off x="1075056" y="1844254"/>
              <a:ext cx="121195" cy="129344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50">
              <a:extLst>
                <a:ext uri="{FF2B5EF4-FFF2-40B4-BE49-F238E27FC236}">
                  <a16:creationId xmlns:a16="http://schemas.microsoft.com/office/drawing/2014/main" id="{CF4FB5C8-F8D9-2364-BA9C-C79E162C608B}"/>
                </a:ext>
              </a:extLst>
            </p:cNvPr>
            <p:cNvCxnSpPr>
              <a:cxnSpLocks/>
              <a:stCxn id="23" idx="3"/>
              <a:endCxn id="27" idx="0"/>
            </p:cNvCxnSpPr>
            <p:nvPr/>
          </p:nvCxnSpPr>
          <p:spPr>
            <a:xfrm rot="2721184" flipH="1">
              <a:off x="794057" y="2008630"/>
              <a:ext cx="203060" cy="159775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51">
              <a:extLst>
                <a:ext uri="{FF2B5EF4-FFF2-40B4-BE49-F238E27FC236}">
                  <a16:creationId xmlns:a16="http://schemas.microsoft.com/office/drawing/2014/main" id="{7C12E60A-9C60-8B2F-50F7-D44D5F792776}"/>
                </a:ext>
              </a:extLst>
            </p:cNvPr>
            <p:cNvCxnSpPr>
              <a:cxnSpLocks/>
              <a:stCxn id="23" idx="4"/>
              <a:endCxn id="26" idx="0"/>
            </p:cNvCxnSpPr>
            <p:nvPr/>
          </p:nvCxnSpPr>
          <p:spPr>
            <a:xfrm rot="2721184" flipH="1">
              <a:off x="1008440" y="2161624"/>
              <a:ext cx="15572" cy="9326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字方塊 77">
              <a:extLst>
                <a:ext uri="{FF2B5EF4-FFF2-40B4-BE49-F238E27FC236}">
                  <a16:creationId xmlns:a16="http://schemas.microsoft.com/office/drawing/2014/main" id="{8074DBE1-3DFB-2524-4923-C8D5AFC4B5B2}"/>
                </a:ext>
              </a:extLst>
            </p:cNvPr>
            <p:cNvSpPr txBox="1"/>
            <p:nvPr/>
          </p:nvSpPr>
          <p:spPr>
            <a:xfrm rot="747060">
              <a:off x="1040093" y="2276702"/>
              <a:ext cx="214760" cy="125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ego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33" name="文字方塊 78">
              <a:extLst>
                <a:ext uri="{FF2B5EF4-FFF2-40B4-BE49-F238E27FC236}">
                  <a16:creationId xmlns:a16="http://schemas.microsoft.com/office/drawing/2014/main" id="{7F2740CD-D919-4CAA-328A-BD60D05C03E6}"/>
                </a:ext>
              </a:extLst>
            </p:cNvPr>
            <p:cNvSpPr txBox="1"/>
            <p:nvPr/>
          </p:nvSpPr>
          <p:spPr>
            <a:xfrm rot="747060">
              <a:off x="1749797" y="2374326"/>
              <a:ext cx="179674" cy="125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d1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34" name="文字方塊 79">
              <a:extLst>
                <a:ext uri="{FF2B5EF4-FFF2-40B4-BE49-F238E27FC236}">
                  <a16:creationId xmlns:a16="http://schemas.microsoft.com/office/drawing/2014/main" id="{F021C938-740E-4AE9-E93C-B0EA7E6F77AB}"/>
                </a:ext>
              </a:extLst>
            </p:cNvPr>
            <p:cNvSpPr txBox="1"/>
            <p:nvPr/>
          </p:nvSpPr>
          <p:spPr>
            <a:xfrm rot="747060">
              <a:off x="1353172" y="1540394"/>
              <a:ext cx="179674" cy="125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d2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867DD71-B25F-6F65-E620-118A5219FDCB}"/>
              </a:ext>
            </a:extLst>
          </p:cNvPr>
          <p:cNvGrpSpPr/>
          <p:nvPr/>
        </p:nvGrpSpPr>
        <p:grpSpPr>
          <a:xfrm>
            <a:off x="4399247" y="3740524"/>
            <a:ext cx="1646182" cy="1408808"/>
            <a:chOff x="6509407" y="2409594"/>
            <a:chExt cx="1603509" cy="1372288"/>
          </a:xfrm>
        </p:grpSpPr>
        <p:grpSp>
          <p:nvGrpSpPr>
            <p:cNvPr id="42" name="群組 80">
              <a:extLst>
                <a:ext uri="{FF2B5EF4-FFF2-40B4-BE49-F238E27FC236}">
                  <a16:creationId xmlns:a16="http://schemas.microsoft.com/office/drawing/2014/main" id="{E6A94F16-EBB4-0804-512D-591B79236C6A}"/>
                </a:ext>
              </a:extLst>
            </p:cNvPr>
            <p:cNvGrpSpPr/>
            <p:nvPr/>
          </p:nvGrpSpPr>
          <p:grpSpPr>
            <a:xfrm>
              <a:off x="6509407" y="2620325"/>
              <a:ext cx="1268617" cy="1161557"/>
              <a:chOff x="1640379" y="1980650"/>
              <a:chExt cx="2314671" cy="2119332"/>
            </a:xfrm>
          </p:grpSpPr>
          <p:grpSp>
            <p:nvGrpSpPr>
              <p:cNvPr id="44" name="群組 76">
                <a:extLst>
                  <a:ext uri="{FF2B5EF4-FFF2-40B4-BE49-F238E27FC236}">
                    <a16:creationId xmlns:a16="http://schemas.microsoft.com/office/drawing/2014/main" id="{DE7C1EB3-EBD8-8CAB-E1D7-AC3805EDE51B}"/>
                  </a:ext>
                </a:extLst>
              </p:cNvPr>
              <p:cNvGrpSpPr/>
              <p:nvPr/>
            </p:nvGrpSpPr>
            <p:grpSpPr>
              <a:xfrm rot="2721184">
                <a:off x="1738049" y="1882980"/>
                <a:ext cx="2119332" cy="2314671"/>
                <a:chOff x="1225730" y="2486865"/>
                <a:chExt cx="3544206" cy="3870877"/>
              </a:xfrm>
            </p:grpSpPr>
            <p:grpSp>
              <p:nvGrpSpPr>
                <p:cNvPr id="48" name="群組 2">
                  <a:extLst>
                    <a:ext uri="{FF2B5EF4-FFF2-40B4-BE49-F238E27FC236}">
                      <a16:creationId xmlns:a16="http://schemas.microsoft.com/office/drawing/2014/main" id="{390A461F-C9EF-655E-739D-7C86855639DB}"/>
                    </a:ext>
                  </a:extLst>
                </p:cNvPr>
                <p:cNvGrpSpPr/>
                <p:nvPr/>
              </p:nvGrpSpPr>
              <p:grpSpPr>
                <a:xfrm>
                  <a:off x="2300287" y="2486865"/>
                  <a:ext cx="2469649" cy="3097963"/>
                  <a:chOff x="2104165" y="1815433"/>
                  <a:chExt cx="3180121" cy="3989189"/>
                </a:xfrm>
              </p:grpSpPr>
              <p:cxnSp>
                <p:nvCxnSpPr>
                  <p:cNvPr id="57" name="直線接點 4">
                    <a:extLst>
                      <a:ext uri="{FF2B5EF4-FFF2-40B4-BE49-F238E27FC236}">
                        <a16:creationId xmlns:a16="http://schemas.microsoft.com/office/drawing/2014/main" id="{9AA79A5D-E164-761A-57D5-B2B8772BAC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72764" y="4428625"/>
                    <a:ext cx="1399481" cy="770724"/>
                  </a:xfrm>
                  <a:prstGeom prst="line">
                    <a:avLst/>
                  </a:prstGeom>
                  <a:ln w="317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直線接點 5">
                    <a:extLst>
                      <a:ext uri="{FF2B5EF4-FFF2-40B4-BE49-F238E27FC236}">
                        <a16:creationId xmlns:a16="http://schemas.microsoft.com/office/drawing/2014/main" id="{E8EC4233-CB13-C201-A7EE-C06E3ED01EDC}"/>
                      </a:ext>
                    </a:extLst>
                  </p:cNvPr>
                  <p:cNvCxnSpPr>
                    <a:cxnSpLocks/>
                    <a:stCxn id="60" idx="5"/>
                  </p:cNvCxnSpPr>
                  <p:nvPr/>
                </p:nvCxnSpPr>
                <p:spPr>
                  <a:xfrm>
                    <a:off x="4049176" y="2593910"/>
                    <a:ext cx="596621" cy="1239083"/>
                  </a:xfrm>
                  <a:prstGeom prst="line">
                    <a:avLst/>
                  </a:prstGeom>
                  <a:ln w="317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直線接點 7">
                    <a:extLst>
                      <a:ext uri="{FF2B5EF4-FFF2-40B4-BE49-F238E27FC236}">
                        <a16:creationId xmlns:a16="http://schemas.microsoft.com/office/drawing/2014/main" id="{6CDA9504-80F8-B36E-077B-DB34CB89799D}"/>
                      </a:ext>
                    </a:extLst>
                  </p:cNvPr>
                  <p:cNvCxnSpPr>
                    <a:cxnSpLocks/>
                    <a:stCxn id="60" idx="3"/>
                  </p:cNvCxnSpPr>
                  <p:nvPr/>
                </p:nvCxnSpPr>
                <p:spPr>
                  <a:xfrm flipH="1">
                    <a:off x="2712224" y="2593910"/>
                    <a:ext cx="692040" cy="2378457"/>
                  </a:xfrm>
                  <a:prstGeom prst="line">
                    <a:avLst/>
                  </a:prstGeom>
                  <a:ln w="31750">
                    <a:solidFill>
                      <a:srgbClr val="C00000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0" name="橢圓 8">
                    <a:extLst>
                      <a:ext uri="{FF2B5EF4-FFF2-40B4-BE49-F238E27FC236}">
                        <a16:creationId xmlns:a16="http://schemas.microsoft.com/office/drawing/2014/main" id="{EEC6B2F9-6AB3-D553-900C-8696F62390E7}"/>
                      </a:ext>
                    </a:extLst>
                  </p:cNvPr>
                  <p:cNvSpPr/>
                  <p:nvPr/>
                </p:nvSpPr>
                <p:spPr>
                  <a:xfrm>
                    <a:off x="3270699" y="1815433"/>
                    <a:ext cx="912042" cy="912041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 sz="1000" b="1" dirty="0">
                      <a:solidFill>
                        <a:schemeClr val="tx1"/>
                      </a:solidFill>
                      <a:latin typeface="Hiragino Sans GB W3" panose="020B0300000000000000" pitchFamily="34" charset="-128"/>
                      <a:ea typeface="Hiragino Sans GB W3" panose="020B0300000000000000" pitchFamily="34" charset="-128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1" name="橢圓 11">
                    <a:extLst>
                      <a:ext uri="{FF2B5EF4-FFF2-40B4-BE49-F238E27FC236}">
                        <a16:creationId xmlns:a16="http://schemas.microsoft.com/office/drawing/2014/main" id="{357293C3-233C-CC89-DCA1-D0E5AD9D85AC}"/>
                      </a:ext>
                    </a:extLst>
                  </p:cNvPr>
                  <p:cNvSpPr/>
                  <p:nvPr/>
                </p:nvSpPr>
                <p:spPr>
                  <a:xfrm>
                    <a:off x="4372245" y="3795409"/>
                    <a:ext cx="912041" cy="912041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 sz="1000" b="1" dirty="0">
                      <a:solidFill>
                        <a:schemeClr val="tx1"/>
                      </a:solidFill>
                      <a:latin typeface="Hiragino Sans GB W3" panose="020B0300000000000000" pitchFamily="34" charset="-128"/>
                      <a:ea typeface="Hiragino Sans GB W3" panose="020B0300000000000000" pitchFamily="34" charset="-128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" name="橢圓 12">
                    <a:extLst>
                      <a:ext uri="{FF2B5EF4-FFF2-40B4-BE49-F238E27FC236}">
                        <a16:creationId xmlns:a16="http://schemas.microsoft.com/office/drawing/2014/main" id="{CE084899-D812-6F99-2A15-AED2488A9297}"/>
                      </a:ext>
                    </a:extLst>
                  </p:cNvPr>
                  <p:cNvSpPr/>
                  <p:nvPr/>
                </p:nvSpPr>
                <p:spPr>
                  <a:xfrm>
                    <a:off x="2104165" y="4892581"/>
                    <a:ext cx="912041" cy="912041"/>
                  </a:xfrm>
                  <a:prstGeom prst="ellipse">
                    <a:avLst/>
                  </a:prstGeom>
                  <a:solidFill>
                    <a:srgbClr val="C00000"/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 sz="1000" b="1" dirty="0">
                      <a:latin typeface="Hiragino Sans GB W3" panose="020B0300000000000000" pitchFamily="34" charset="-128"/>
                      <a:ea typeface="Hiragino Sans GB W3" panose="020B0300000000000000" pitchFamily="34" charset="-128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9" name="橢圓 20">
                  <a:extLst>
                    <a:ext uri="{FF2B5EF4-FFF2-40B4-BE49-F238E27FC236}">
                      <a16:creationId xmlns:a16="http://schemas.microsoft.com/office/drawing/2014/main" id="{06CC62DE-8CB2-6D74-AF85-1EB8246F8F86}"/>
                    </a:ext>
                  </a:extLst>
                </p:cNvPr>
                <p:cNvSpPr/>
                <p:nvPr/>
              </p:nvSpPr>
              <p:spPr>
                <a:xfrm rot="1990628">
                  <a:off x="1636126" y="4243929"/>
                  <a:ext cx="402522" cy="402522"/>
                </a:xfrm>
                <a:prstGeom prst="ellipse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sz="1000" b="1" dirty="0">
                    <a:solidFill>
                      <a:schemeClr val="bg1">
                        <a:lumMod val="50000"/>
                      </a:schemeClr>
                    </a:solidFill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橢圓 21">
                  <a:extLst>
                    <a:ext uri="{FF2B5EF4-FFF2-40B4-BE49-F238E27FC236}">
                      <a16:creationId xmlns:a16="http://schemas.microsoft.com/office/drawing/2014/main" id="{2D8B1930-4497-02A9-08E8-83358E8E052C}"/>
                    </a:ext>
                  </a:extLst>
                </p:cNvPr>
                <p:cNvSpPr/>
                <p:nvPr/>
              </p:nvSpPr>
              <p:spPr>
                <a:xfrm rot="4720363">
                  <a:off x="1225730" y="5093204"/>
                  <a:ext cx="402522" cy="402522"/>
                </a:xfrm>
                <a:prstGeom prst="ellipse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sz="1000" b="1" dirty="0">
                    <a:solidFill>
                      <a:schemeClr val="bg1">
                        <a:lumMod val="50000"/>
                      </a:schemeClr>
                    </a:solidFill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橢圓 22">
                  <a:extLst>
                    <a:ext uri="{FF2B5EF4-FFF2-40B4-BE49-F238E27FC236}">
                      <a16:creationId xmlns:a16="http://schemas.microsoft.com/office/drawing/2014/main" id="{C00FBB8A-7D1E-4734-AB51-F857572E71A7}"/>
                    </a:ext>
                  </a:extLst>
                </p:cNvPr>
                <p:cNvSpPr/>
                <p:nvPr/>
              </p:nvSpPr>
              <p:spPr>
                <a:xfrm rot="1421956">
                  <a:off x="2321113" y="5874258"/>
                  <a:ext cx="402522" cy="402522"/>
                </a:xfrm>
                <a:prstGeom prst="ellipse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sz="1000" b="1" dirty="0">
                    <a:solidFill>
                      <a:schemeClr val="bg1">
                        <a:lumMod val="50000"/>
                      </a:schemeClr>
                    </a:solidFill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" name="橢圓 23">
                  <a:extLst>
                    <a:ext uri="{FF2B5EF4-FFF2-40B4-BE49-F238E27FC236}">
                      <a16:creationId xmlns:a16="http://schemas.microsoft.com/office/drawing/2014/main" id="{1232E88D-38D9-29B4-1BEA-61A335DA0989}"/>
                    </a:ext>
                  </a:extLst>
                </p:cNvPr>
                <p:cNvSpPr/>
                <p:nvPr/>
              </p:nvSpPr>
              <p:spPr>
                <a:xfrm rot="2497259">
                  <a:off x="1401941" y="5955220"/>
                  <a:ext cx="402522" cy="402522"/>
                </a:xfrm>
                <a:prstGeom prst="ellipse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sz="1000" b="1" dirty="0">
                    <a:solidFill>
                      <a:schemeClr val="bg1">
                        <a:lumMod val="50000"/>
                      </a:schemeClr>
                    </a:solidFill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53" name="直線接點 48">
                  <a:extLst>
                    <a:ext uri="{FF2B5EF4-FFF2-40B4-BE49-F238E27FC236}">
                      <a16:creationId xmlns:a16="http://schemas.microsoft.com/office/drawing/2014/main" id="{2CC52A29-5EA9-66D8-24F9-9E38D4DBECD8}"/>
                    </a:ext>
                  </a:extLst>
                </p:cNvPr>
                <p:cNvCxnSpPr>
                  <a:cxnSpLocks/>
                  <a:stCxn id="50" idx="0"/>
                  <a:endCxn id="62" idx="2"/>
                </p:cNvCxnSpPr>
                <p:nvPr/>
              </p:nvCxnSpPr>
              <p:spPr>
                <a:xfrm flipV="1">
                  <a:off x="1624332" y="5230687"/>
                  <a:ext cx="675955" cy="24248"/>
                </a:xfrm>
                <a:prstGeom prst="line">
                  <a:avLst/>
                </a:prstGeom>
                <a:ln w="222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線接點 49">
                  <a:extLst>
                    <a:ext uri="{FF2B5EF4-FFF2-40B4-BE49-F238E27FC236}">
                      <a16:creationId xmlns:a16="http://schemas.microsoft.com/office/drawing/2014/main" id="{780D2DF0-CCDE-DDC1-CCD6-C30854EED010}"/>
                    </a:ext>
                  </a:extLst>
                </p:cNvPr>
                <p:cNvCxnSpPr>
                  <a:cxnSpLocks/>
                  <a:stCxn id="62" idx="1"/>
                  <a:endCxn id="49" idx="6"/>
                </p:cNvCxnSpPr>
                <p:nvPr/>
              </p:nvCxnSpPr>
              <p:spPr>
                <a:xfrm flipH="1" flipV="1">
                  <a:off x="2005839" y="4555326"/>
                  <a:ext cx="398173" cy="424945"/>
                </a:xfrm>
                <a:prstGeom prst="line">
                  <a:avLst/>
                </a:prstGeom>
                <a:ln w="222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線接點 50">
                  <a:extLst>
                    <a:ext uri="{FF2B5EF4-FFF2-40B4-BE49-F238E27FC236}">
                      <a16:creationId xmlns:a16="http://schemas.microsoft.com/office/drawing/2014/main" id="{96F277D7-F8F6-C238-EFEF-EEC1FBCF5C4C}"/>
                    </a:ext>
                  </a:extLst>
                </p:cNvPr>
                <p:cNvCxnSpPr>
                  <a:cxnSpLocks/>
                  <a:stCxn id="62" idx="3"/>
                  <a:endCxn id="52" idx="0"/>
                </p:cNvCxnSpPr>
                <p:nvPr/>
              </p:nvCxnSpPr>
              <p:spPr>
                <a:xfrm flipH="1">
                  <a:off x="1736880" y="5481103"/>
                  <a:ext cx="667132" cy="524924"/>
                </a:xfrm>
                <a:prstGeom prst="line">
                  <a:avLst/>
                </a:prstGeom>
                <a:ln w="222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線接點 51">
                  <a:extLst>
                    <a:ext uri="{FF2B5EF4-FFF2-40B4-BE49-F238E27FC236}">
                      <a16:creationId xmlns:a16="http://schemas.microsoft.com/office/drawing/2014/main" id="{92CACD14-22E9-CFDC-9E1E-278EF11F6D9A}"/>
                    </a:ext>
                  </a:extLst>
                </p:cNvPr>
                <p:cNvCxnSpPr>
                  <a:cxnSpLocks/>
                  <a:stCxn id="62" idx="4"/>
                  <a:endCxn id="51" idx="0"/>
                </p:cNvCxnSpPr>
                <p:nvPr/>
              </p:nvCxnSpPr>
              <p:spPr>
                <a:xfrm flipH="1">
                  <a:off x="2603268" y="5584828"/>
                  <a:ext cx="51160" cy="306403"/>
                </a:xfrm>
                <a:prstGeom prst="line">
                  <a:avLst/>
                </a:prstGeom>
                <a:ln w="222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文字方塊 77">
                <a:extLst>
                  <a:ext uri="{FF2B5EF4-FFF2-40B4-BE49-F238E27FC236}">
                    <a16:creationId xmlns:a16="http://schemas.microsoft.com/office/drawing/2014/main" id="{8A9231E6-5BFA-18D9-D6BE-CE174F179924}"/>
                  </a:ext>
                </a:extLst>
              </p:cNvPr>
              <p:cNvSpPr txBox="1"/>
              <p:nvPr/>
            </p:nvSpPr>
            <p:spPr>
              <a:xfrm>
                <a:off x="2129804" y="3570697"/>
                <a:ext cx="42191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ego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文字方塊 78">
                <a:extLst>
                  <a:ext uri="{FF2B5EF4-FFF2-40B4-BE49-F238E27FC236}">
                    <a16:creationId xmlns:a16="http://schemas.microsoft.com/office/drawing/2014/main" id="{D6C7D75A-E840-98DD-3CE3-024E9EFBD0C9}"/>
                  </a:ext>
                </a:extLst>
              </p:cNvPr>
              <p:cNvSpPr txBox="1"/>
              <p:nvPr/>
            </p:nvSpPr>
            <p:spPr>
              <a:xfrm>
                <a:off x="3524067" y="3762485"/>
                <a:ext cx="3529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d1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文字方塊 79">
                <a:extLst>
                  <a:ext uri="{FF2B5EF4-FFF2-40B4-BE49-F238E27FC236}">
                    <a16:creationId xmlns:a16="http://schemas.microsoft.com/office/drawing/2014/main" id="{96745D59-248F-D600-F01C-4D6A63A0369D}"/>
                  </a:ext>
                </a:extLst>
              </p:cNvPr>
              <p:cNvSpPr txBox="1"/>
              <p:nvPr/>
            </p:nvSpPr>
            <p:spPr>
              <a:xfrm>
                <a:off x="2934097" y="2147312"/>
                <a:ext cx="3529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d2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D7BC850F-1AB8-6DD0-B4AE-404038101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4598" y="2409594"/>
              <a:ext cx="398318" cy="398316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8511394-1F04-A28C-CF52-099813429FA8}"/>
              </a:ext>
            </a:extLst>
          </p:cNvPr>
          <p:cNvGrpSpPr/>
          <p:nvPr/>
        </p:nvGrpSpPr>
        <p:grpSpPr>
          <a:xfrm>
            <a:off x="6351129" y="3842654"/>
            <a:ext cx="1613813" cy="1164120"/>
            <a:chOff x="5324900" y="1998725"/>
            <a:chExt cx="1680685" cy="1212358"/>
          </a:xfrm>
        </p:grpSpPr>
        <p:cxnSp>
          <p:nvCxnSpPr>
            <p:cNvPr id="72" name="直線接點 4">
              <a:extLst>
                <a:ext uri="{FF2B5EF4-FFF2-40B4-BE49-F238E27FC236}">
                  <a16:creationId xmlns:a16="http://schemas.microsoft.com/office/drawing/2014/main" id="{BE7058ED-B38B-CE83-7ABF-0D70957FFE12}"/>
                </a:ext>
              </a:extLst>
            </p:cNvPr>
            <p:cNvCxnSpPr>
              <a:cxnSpLocks/>
            </p:cNvCxnSpPr>
            <p:nvPr/>
          </p:nvCxnSpPr>
          <p:spPr>
            <a:xfrm rot="2721184" flipV="1">
              <a:off x="5920766" y="2558990"/>
              <a:ext cx="330805" cy="18218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接點 5">
              <a:extLst>
                <a:ext uri="{FF2B5EF4-FFF2-40B4-BE49-F238E27FC236}">
                  <a16:creationId xmlns:a16="http://schemas.microsoft.com/office/drawing/2014/main" id="{2BA31214-25C8-12F4-E5A0-EABF4878330B}"/>
                </a:ext>
              </a:extLst>
            </p:cNvPr>
            <p:cNvCxnSpPr>
              <a:cxnSpLocks/>
              <a:stCxn id="75" idx="5"/>
            </p:cNvCxnSpPr>
            <p:nvPr/>
          </p:nvCxnSpPr>
          <p:spPr>
            <a:xfrm rot="2721184">
              <a:off x="6396939" y="2351282"/>
              <a:ext cx="141027" cy="29289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接點 7">
              <a:extLst>
                <a:ext uri="{FF2B5EF4-FFF2-40B4-BE49-F238E27FC236}">
                  <a16:creationId xmlns:a16="http://schemas.microsoft.com/office/drawing/2014/main" id="{19299E40-1494-51BF-CD7C-1B31B584ACBE}"/>
                </a:ext>
              </a:extLst>
            </p:cNvPr>
            <p:cNvCxnSpPr>
              <a:cxnSpLocks/>
              <a:stCxn id="75" idx="3"/>
            </p:cNvCxnSpPr>
            <p:nvPr/>
          </p:nvCxnSpPr>
          <p:spPr>
            <a:xfrm rot="2721184" flipH="1">
              <a:off x="6075700" y="2094440"/>
              <a:ext cx="163582" cy="562211"/>
            </a:xfrm>
            <a:prstGeom prst="line">
              <a:avLst/>
            </a:prstGeom>
            <a:ln w="317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橢圓 8">
              <a:extLst>
                <a:ext uri="{FF2B5EF4-FFF2-40B4-BE49-F238E27FC236}">
                  <a16:creationId xmlns:a16="http://schemas.microsoft.com/office/drawing/2014/main" id="{01AEFC77-CEE6-D7F7-549C-60781D9433B3}"/>
                </a:ext>
              </a:extLst>
            </p:cNvPr>
            <p:cNvSpPr/>
            <p:nvPr/>
          </p:nvSpPr>
          <p:spPr>
            <a:xfrm rot="2721184">
              <a:off x="6414960" y="2129064"/>
              <a:ext cx="215586" cy="21558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tx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76" name="橢圓 11">
              <a:extLst>
                <a:ext uri="{FF2B5EF4-FFF2-40B4-BE49-F238E27FC236}">
                  <a16:creationId xmlns:a16="http://schemas.microsoft.com/office/drawing/2014/main" id="{4055C182-2FDF-C81B-C718-49B3342CE8B3}"/>
                </a:ext>
              </a:extLst>
            </p:cNvPr>
            <p:cNvSpPr/>
            <p:nvPr/>
          </p:nvSpPr>
          <p:spPr>
            <a:xfrm rot="2721184">
              <a:off x="6264965" y="2643206"/>
              <a:ext cx="215585" cy="215585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tx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77" name="橢圓 12">
              <a:extLst>
                <a:ext uri="{FF2B5EF4-FFF2-40B4-BE49-F238E27FC236}">
                  <a16:creationId xmlns:a16="http://schemas.microsoft.com/office/drawing/2014/main" id="{6518EAB7-7A13-7272-C46D-B30CE6325C87}"/>
                </a:ext>
              </a:extLst>
            </p:cNvPr>
            <p:cNvSpPr/>
            <p:nvPr/>
          </p:nvSpPr>
          <p:spPr>
            <a:xfrm rot="2721184">
              <a:off x="5703702" y="2444033"/>
              <a:ext cx="215585" cy="21558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677E93D1-D6D1-7589-17E2-481955434811}"/>
                </a:ext>
              </a:extLst>
            </p:cNvPr>
            <p:cNvSpPr txBox="1"/>
            <p:nvPr/>
          </p:nvSpPr>
          <p:spPr>
            <a:xfrm>
              <a:off x="5720025" y="2723253"/>
              <a:ext cx="35298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d1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AAD81B9F-741E-D6A1-9408-F3413FD51625}"/>
                </a:ext>
              </a:extLst>
            </p:cNvPr>
            <p:cNvSpPr txBox="1"/>
            <p:nvPr/>
          </p:nvSpPr>
          <p:spPr>
            <a:xfrm>
              <a:off x="6583675" y="2594865"/>
              <a:ext cx="4219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ego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0" name="文字方塊 79">
              <a:extLst>
                <a:ext uri="{FF2B5EF4-FFF2-40B4-BE49-F238E27FC236}">
                  <a16:creationId xmlns:a16="http://schemas.microsoft.com/office/drawing/2014/main" id="{C50C6F54-DC85-A415-3100-C3AE6AB66710}"/>
                </a:ext>
              </a:extLst>
            </p:cNvPr>
            <p:cNvSpPr txBox="1"/>
            <p:nvPr/>
          </p:nvSpPr>
          <p:spPr>
            <a:xfrm>
              <a:off x="6129424" y="1998725"/>
              <a:ext cx="35298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d1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1" name="橢圓 20">
              <a:extLst>
                <a:ext uri="{FF2B5EF4-FFF2-40B4-BE49-F238E27FC236}">
                  <a16:creationId xmlns:a16="http://schemas.microsoft.com/office/drawing/2014/main" id="{581C7A03-A678-DDA0-EDFF-E696DF2E69FD}"/>
                </a:ext>
              </a:extLst>
            </p:cNvPr>
            <p:cNvSpPr/>
            <p:nvPr/>
          </p:nvSpPr>
          <p:spPr>
            <a:xfrm rot="4711812">
              <a:off x="5745571" y="2145622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2" name="橢圓 21">
              <a:extLst>
                <a:ext uri="{FF2B5EF4-FFF2-40B4-BE49-F238E27FC236}">
                  <a16:creationId xmlns:a16="http://schemas.microsoft.com/office/drawing/2014/main" id="{7C5F7029-C69A-F68B-8BDC-73A747512C9E}"/>
                </a:ext>
              </a:extLst>
            </p:cNvPr>
            <p:cNvSpPr/>
            <p:nvPr/>
          </p:nvSpPr>
          <p:spPr>
            <a:xfrm rot="7441547">
              <a:off x="5473879" y="2238408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3" name="橢圓 22">
              <a:extLst>
                <a:ext uri="{FF2B5EF4-FFF2-40B4-BE49-F238E27FC236}">
                  <a16:creationId xmlns:a16="http://schemas.microsoft.com/office/drawing/2014/main" id="{4C65B0B8-9B51-ADDB-9473-A78C80B67EE6}"/>
                </a:ext>
              </a:extLst>
            </p:cNvPr>
            <p:cNvSpPr/>
            <p:nvPr/>
          </p:nvSpPr>
          <p:spPr>
            <a:xfrm rot="4143140">
              <a:off x="5539041" y="2642678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4" name="橢圓 23">
              <a:extLst>
                <a:ext uri="{FF2B5EF4-FFF2-40B4-BE49-F238E27FC236}">
                  <a16:creationId xmlns:a16="http://schemas.microsoft.com/office/drawing/2014/main" id="{FB804E3E-2C21-876D-6D2F-B9C2E4173ED7}"/>
                </a:ext>
              </a:extLst>
            </p:cNvPr>
            <p:cNvSpPr/>
            <p:nvPr/>
          </p:nvSpPr>
          <p:spPr>
            <a:xfrm rot="5218443">
              <a:off x="5324900" y="2460949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85" name="直線接點 48">
              <a:extLst>
                <a:ext uri="{FF2B5EF4-FFF2-40B4-BE49-F238E27FC236}">
                  <a16:creationId xmlns:a16="http://schemas.microsoft.com/office/drawing/2014/main" id="{95438AC9-6AC6-3B5D-B07B-072C1BF21FA4}"/>
                </a:ext>
              </a:extLst>
            </p:cNvPr>
            <p:cNvCxnSpPr>
              <a:cxnSpLocks/>
              <a:stCxn id="82" idx="0"/>
              <a:endCxn id="77" idx="2"/>
            </p:cNvCxnSpPr>
            <p:nvPr/>
          </p:nvCxnSpPr>
          <p:spPr>
            <a:xfrm rot="2721184" flipV="1">
              <a:off x="5557954" y="2400851"/>
              <a:ext cx="205746" cy="738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接點 49">
              <a:extLst>
                <a:ext uri="{FF2B5EF4-FFF2-40B4-BE49-F238E27FC236}">
                  <a16:creationId xmlns:a16="http://schemas.microsoft.com/office/drawing/2014/main" id="{523221EC-9B4A-2011-AE78-60A934E0DE73}"/>
                </a:ext>
              </a:extLst>
            </p:cNvPr>
            <p:cNvCxnSpPr>
              <a:cxnSpLocks/>
              <a:stCxn id="77" idx="1"/>
              <a:endCxn id="81" idx="6"/>
            </p:cNvCxnSpPr>
            <p:nvPr/>
          </p:nvCxnSpPr>
          <p:spPr>
            <a:xfrm rot="2721184" flipH="1" flipV="1">
              <a:off x="5754988" y="2290805"/>
              <a:ext cx="121195" cy="129344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接點 50">
              <a:extLst>
                <a:ext uri="{FF2B5EF4-FFF2-40B4-BE49-F238E27FC236}">
                  <a16:creationId xmlns:a16="http://schemas.microsoft.com/office/drawing/2014/main" id="{A3662837-4B46-4662-1B9F-ABDCB996D97C}"/>
                </a:ext>
              </a:extLst>
            </p:cNvPr>
            <p:cNvCxnSpPr>
              <a:cxnSpLocks/>
              <a:stCxn id="77" idx="3"/>
              <a:endCxn id="84" idx="0"/>
            </p:cNvCxnSpPr>
            <p:nvPr/>
          </p:nvCxnSpPr>
          <p:spPr>
            <a:xfrm rot="2721184" flipH="1">
              <a:off x="5473989" y="2455181"/>
              <a:ext cx="203060" cy="159775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接點 51">
              <a:extLst>
                <a:ext uri="{FF2B5EF4-FFF2-40B4-BE49-F238E27FC236}">
                  <a16:creationId xmlns:a16="http://schemas.microsoft.com/office/drawing/2014/main" id="{FC6F331C-3F2C-C562-757E-FBC5175DBC8D}"/>
                </a:ext>
              </a:extLst>
            </p:cNvPr>
            <p:cNvCxnSpPr>
              <a:cxnSpLocks/>
              <a:stCxn id="77" idx="4"/>
              <a:endCxn id="83" idx="0"/>
            </p:cNvCxnSpPr>
            <p:nvPr/>
          </p:nvCxnSpPr>
          <p:spPr>
            <a:xfrm rot="2721184" flipH="1">
              <a:off x="5688372" y="2608175"/>
              <a:ext cx="15572" cy="9326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橢圓 20">
              <a:extLst>
                <a:ext uri="{FF2B5EF4-FFF2-40B4-BE49-F238E27FC236}">
                  <a16:creationId xmlns:a16="http://schemas.microsoft.com/office/drawing/2014/main" id="{61237114-BE48-AA7C-D213-99FB1F633F72}"/>
                </a:ext>
              </a:extLst>
            </p:cNvPr>
            <p:cNvSpPr/>
            <p:nvPr/>
          </p:nvSpPr>
          <p:spPr>
            <a:xfrm rot="19175915">
              <a:off x="6004206" y="2872938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90" name="橢圓 21">
              <a:extLst>
                <a:ext uri="{FF2B5EF4-FFF2-40B4-BE49-F238E27FC236}">
                  <a16:creationId xmlns:a16="http://schemas.microsoft.com/office/drawing/2014/main" id="{78B85A82-0915-A5B4-5EF8-0CD5F95DBCEA}"/>
                </a:ext>
              </a:extLst>
            </p:cNvPr>
            <p:cNvSpPr/>
            <p:nvPr/>
          </p:nvSpPr>
          <p:spPr>
            <a:xfrm rot="305650">
              <a:off x="6216847" y="3065835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91" name="橢圓 22">
              <a:extLst>
                <a:ext uri="{FF2B5EF4-FFF2-40B4-BE49-F238E27FC236}">
                  <a16:creationId xmlns:a16="http://schemas.microsoft.com/office/drawing/2014/main" id="{912F7E72-9ADC-4685-CE35-9ADCFC6B026D}"/>
                </a:ext>
              </a:extLst>
            </p:cNvPr>
            <p:cNvSpPr/>
            <p:nvPr/>
          </p:nvSpPr>
          <p:spPr>
            <a:xfrm rot="18607243">
              <a:off x="6539140" y="2813234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92" name="橢圓 23">
              <a:extLst>
                <a:ext uri="{FF2B5EF4-FFF2-40B4-BE49-F238E27FC236}">
                  <a16:creationId xmlns:a16="http://schemas.microsoft.com/office/drawing/2014/main" id="{3A436E79-B614-A35B-BFB6-C96E0B1614EA}"/>
                </a:ext>
              </a:extLst>
            </p:cNvPr>
            <p:cNvSpPr/>
            <p:nvPr/>
          </p:nvSpPr>
          <p:spPr>
            <a:xfrm rot="19682546">
              <a:off x="6483685" y="3088564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93" name="直線接點 48">
              <a:extLst>
                <a:ext uri="{FF2B5EF4-FFF2-40B4-BE49-F238E27FC236}">
                  <a16:creationId xmlns:a16="http://schemas.microsoft.com/office/drawing/2014/main" id="{469021FF-2BE9-FEE6-23A6-A40718F92E7E}"/>
                </a:ext>
              </a:extLst>
            </p:cNvPr>
            <p:cNvCxnSpPr>
              <a:cxnSpLocks/>
              <a:stCxn id="90" idx="0"/>
            </p:cNvCxnSpPr>
            <p:nvPr/>
          </p:nvCxnSpPr>
          <p:spPr>
            <a:xfrm rot="17185287" flipV="1">
              <a:off x="6206215" y="2962668"/>
              <a:ext cx="205746" cy="738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接點 49">
              <a:extLst>
                <a:ext uri="{FF2B5EF4-FFF2-40B4-BE49-F238E27FC236}">
                  <a16:creationId xmlns:a16="http://schemas.microsoft.com/office/drawing/2014/main" id="{60EAB80D-973C-FA10-6DA3-CA570C735B21}"/>
                </a:ext>
              </a:extLst>
            </p:cNvPr>
            <p:cNvCxnSpPr>
              <a:cxnSpLocks/>
              <a:endCxn id="89" idx="6"/>
            </p:cNvCxnSpPr>
            <p:nvPr/>
          </p:nvCxnSpPr>
          <p:spPr>
            <a:xfrm rot="17185287" flipH="1" flipV="1">
              <a:off x="6130683" y="2789978"/>
              <a:ext cx="121195" cy="129344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接點 50">
              <a:extLst>
                <a:ext uri="{FF2B5EF4-FFF2-40B4-BE49-F238E27FC236}">
                  <a16:creationId xmlns:a16="http://schemas.microsoft.com/office/drawing/2014/main" id="{96C22EAD-294E-CF08-9B39-3B406BD09944}"/>
                </a:ext>
              </a:extLst>
            </p:cNvPr>
            <p:cNvCxnSpPr>
              <a:cxnSpLocks/>
              <a:endCxn id="92" idx="0"/>
            </p:cNvCxnSpPr>
            <p:nvPr/>
          </p:nvCxnSpPr>
          <p:spPr>
            <a:xfrm rot="17185287" flipH="1">
              <a:off x="6363064" y="2897988"/>
              <a:ext cx="203060" cy="159775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接點 51">
              <a:extLst>
                <a:ext uri="{FF2B5EF4-FFF2-40B4-BE49-F238E27FC236}">
                  <a16:creationId xmlns:a16="http://schemas.microsoft.com/office/drawing/2014/main" id="{45EE8658-8A15-20F8-E04C-83CC7AAE7887}"/>
                </a:ext>
              </a:extLst>
            </p:cNvPr>
            <p:cNvCxnSpPr>
              <a:cxnSpLocks/>
              <a:endCxn id="91" idx="0"/>
            </p:cNvCxnSpPr>
            <p:nvPr/>
          </p:nvCxnSpPr>
          <p:spPr>
            <a:xfrm rot="17185287" flipH="1">
              <a:off x="6503241" y="2767736"/>
              <a:ext cx="15572" cy="9326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接點 51">
              <a:extLst>
                <a:ext uri="{FF2B5EF4-FFF2-40B4-BE49-F238E27FC236}">
                  <a16:creationId xmlns:a16="http://schemas.microsoft.com/office/drawing/2014/main" id="{E64052E8-A41E-3D4E-F0A4-376A88995F21}"/>
                </a:ext>
              </a:extLst>
            </p:cNvPr>
            <p:cNvCxnSpPr>
              <a:cxnSpLocks/>
              <a:stCxn id="89" idx="4"/>
              <a:endCxn id="90" idx="1"/>
            </p:cNvCxnSpPr>
            <p:nvPr/>
          </p:nvCxnSpPr>
          <p:spPr>
            <a:xfrm rot="14464103" flipH="1">
              <a:off x="6096231" y="2996004"/>
              <a:ext cx="151516" cy="6894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線接點 51">
              <a:extLst>
                <a:ext uri="{FF2B5EF4-FFF2-40B4-BE49-F238E27FC236}">
                  <a16:creationId xmlns:a16="http://schemas.microsoft.com/office/drawing/2014/main" id="{6FF601E4-9A59-9907-7C8D-5834BBB8523A}"/>
                </a:ext>
              </a:extLst>
            </p:cNvPr>
            <p:cNvCxnSpPr>
              <a:cxnSpLocks/>
              <a:stCxn id="90" idx="6"/>
              <a:endCxn id="92" idx="1"/>
            </p:cNvCxnSpPr>
            <p:nvPr/>
          </p:nvCxnSpPr>
          <p:spPr>
            <a:xfrm rot="14464103" flipH="1">
              <a:off x="6375330" y="3071153"/>
              <a:ext cx="73729" cy="126227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接點 51">
              <a:extLst>
                <a:ext uri="{FF2B5EF4-FFF2-40B4-BE49-F238E27FC236}">
                  <a16:creationId xmlns:a16="http://schemas.microsoft.com/office/drawing/2014/main" id="{F81216D5-37E2-B96A-DBFE-2CB5B8E375EA}"/>
                </a:ext>
              </a:extLst>
            </p:cNvPr>
            <p:cNvCxnSpPr>
              <a:cxnSpLocks/>
              <a:stCxn id="92" idx="7"/>
              <a:endCxn id="91" idx="3"/>
            </p:cNvCxnSpPr>
            <p:nvPr/>
          </p:nvCxnSpPr>
          <p:spPr>
            <a:xfrm rot="14464103">
              <a:off x="6525862" y="2954942"/>
              <a:ext cx="112656" cy="11579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D133016-3051-39D9-0E3F-F7608429ED64}"/>
              </a:ext>
            </a:extLst>
          </p:cNvPr>
          <p:cNvGrpSpPr/>
          <p:nvPr/>
        </p:nvGrpSpPr>
        <p:grpSpPr>
          <a:xfrm>
            <a:off x="6385897" y="2080330"/>
            <a:ext cx="1877766" cy="1551694"/>
            <a:chOff x="6555646" y="4880729"/>
            <a:chExt cx="1698738" cy="1403754"/>
          </a:xfrm>
        </p:grpSpPr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5E476268-1271-0A35-120F-1AF3B1CDA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84452" y="4880729"/>
              <a:ext cx="369932" cy="369930"/>
            </a:xfrm>
            <a:prstGeom prst="rect">
              <a:avLst/>
            </a:prstGeom>
          </p:spPr>
        </p:pic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DBA53AA5-2F9A-5DC2-CCA3-046D4511FE7C}"/>
                </a:ext>
              </a:extLst>
            </p:cNvPr>
            <p:cNvGrpSpPr/>
            <p:nvPr/>
          </p:nvGrpSpPr>
          <p:grpSpPr>
            <a:xfrm>
              <a:off x="6555646" y="5072125"/>
              <a:ext cx="1680685" cy="1212358"/>
              <a:chOff x="5324900" y="1998725"/>
              <a:chExt cx="1680685" cy="1212358"/>
            </a:xfrm>
          </p:grpSpPr>
          <p:cxnSp>
            <p:nvCxnSpPr>
              <p:cNvPr id="107" name="直線接點 4">
                <a:extLst>
                  <a:ext uri="{FF2B5EF4-FFF2-40B4-BE49-F238E27FC236}">
                    <a16:creationId xmlns:a16="http://schemas.microsoft.com/office/drawing/2014/main" id="{4CE5B7D8-B1FE-D5B8-584C-B78459622F40}"/>
                  </a:ext>
                </a:extLst>
              </p:cNvPr>
              <p:cNvCxnSpPr>
                <a:cxnSpLocks/>
              </p:cNvCxnSpPr>
              <p:nvPr/>
            </p:nvCxnSpPr>
            <p:spPr>
              <a:xfrm rot="2721184" flipV="1">
                <a:off x="5920766" y="2558990"/>
                <a:ext cx="330805" cy="182181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線接點 5">
                <a:extLst>
                  <a:ext uri="{FF2B5EF4-FFF2-40B4-BE49-F238E27FC236}">
                    <a16:creationId xmlns:a16="http://schemas.microsoft.com/office/drawing/2014/main" id="{5379F5D2-18D3-3E74-63B5-F32FBDEE44C6}"/>
                  </a:ext>
                </a:extLst>
              </p:cNvPr>
              <p:cNvCxnSpPr>
                <a:cxnSpLocks/>
                <a:stCxn id="110" idx="5"/>
              </p:cNvCxnSpPr>
              <p:nvPr/>
            </p:nvCxnSpPr>
            <p:spPr>
              <a:xfrm rot="2721184">
                <a:off x="6396939" y="2351282"/>
                <a:ext cx="141027" cy="29289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線接點 7">
                <a:extLst>
                  <a:ext uri="{FF2B5EF4-FFF2-40B4-BE49-F238E27FC236}">
                    <a16:creationId xmlns:a16="http://schemas.microsoft.com/office/drawing/2014/main" id="{E7A1DD86-CE26-DB56-4188-5280B356DCA9}"/>
                  </a:ext>
                </a:extLst>
              </p:cNvPr>
              <p:cNvCxnSpPr>
                <a:cxnSpLocks/>
                <a:stCxn id="110" idx="3"/>
              </p:cNvCxnSpPr>
              <p:nvPr/>
            </p:nvCxnSpPr>
            <p:spPr>
              <a:xfrm rot="2721184" flipH="1">
                <a:off x="6075700" y="2094440"/>
                <a:ext cx="163582" cy="562211"/>
              </a:xfrm>
              <a:prstGeom prst="line">
                <a:avLst/>
              </a:prstGeom>
              <a:ln w="317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橢圓 8">
                <a:extLst>
                  <a:ext uri="{FF2B5EF4-FFF2-40B4-BE49-F238E27FC236}">
                    <a16:creationId xmlns:a16="http://schemas.microsoft.com/office/drawing/2014/main" id="{C7FC071A-01A9-D02F-281A-A1832D61E3EC}"/>
                  </a:ext>
                </a:extLst>
              </p:cNvPr>
              <p:cNvSpPr/>
              <p:nvPr/>
            </p:nvSpPr>
            <p:spPr>
              <a:xfrm rot="2721184">
                <a:off x="6414960" y="2129064"/>
                <a:ext cx="215586" cy="21558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tx1"/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" name="橢圓 11">
                <a:extLst>
                  <a:ext uri="{FF2B5EF4-FFF2-40B4-BE49-F238E27FC236}">
                    <a16:creationId xmlns:a16="http://schemas.microsoft.com/office/drawing/2014/main" id="{80AA4677-4617-D0C6-3EA9-CDFF6C020283}"/>
                  </a:ext>
                </a:extLst>
              </p:cNvPr>
              <p:cNvSpPr/>
              <p:nvPr/>
            </p:nvSpPr>
            <p:spPr>
              <a:xfrm rot="2721184">
                <a:off x="6264965" y="2643206"/>
                <a:ext cx="215585" cy="215585"/>
              </a:xfrm>
              <a:prstGeom prst="ellipse">
                <a:avLst/>
              </a:prstGeom>
              <a:solidFill>
                <a:srgbClr val="C0000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tx1"/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" name="橢圓 12">
                <a:extLst>
                  <a:ext uri="{FF2B5EF4-FFF2-40B4-BE49-F238E27FC236}">
                    <a16:creationId xmlns:a16="http://schemas.microsoft.com/office/drawing/2014/main" id="{7C2C6CE9-5004-FE30-15DB-C2C1F9D958ED}"/>
                  </a:ext>
                </a:extLst>
              </p:cNvPr>
              <p:cNvSpPr/>
              <p:nvPr/>
            </p:nvSpPr>
            <p:spPr>
              <a:xfrm rot="2721184">
                <a:off x="5703702" y="2444033"/>
                <a:ext cx="215585" cy="21558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文字方塊 77">
                <a:extLst>
                  <a:ext uri="{FF2B5EF4-FFF2-40B4-BE49-F238E27FC236}">
                    <a16:creationId xmlns:a16="http://schemas.microsoft.com/office/drawing/2014/main" id="{D2D0F1E2-0C4B-BA2E-4384-3885629C0265}"/>
                  </a:ext>
                </a:extLst>
              </p:cNvPr>
              <p:cNvSpPr txBox="1"/>
              <p:nvPr/>
            </p:nvSpPr>
            <p:spPr>
              <a:xfrm>
                <a:off x="5720025" y="2723253"/>
                <a:ext cx="3529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d1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4" name="文字方塊 78">
                <a:extLst>
                  <a:ext uri="{FF2B5EF4-FFF2-40B4-BE49-F238E27FC236}">
                    <a16:creationId xmlns:a16="http://schemas.microsoft.com/office/drawing/2014/main" id="{66758D92-899A-ECFC-C0B8-848FD4BE37AC}"/>
                  </a:ext>
                </a:extLst>
              </p:cNvPr>
              <p:cNvSpPr txBox="1"/>
              <p:nvPr/>
            </p:nvSpPr>
            <p:spPr>
              <a:xfrm>
                <a:off x="6583675" y="2594865"/>
                <a:ext cx="42191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ego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文字方塊 79">
                <a:extLst>
                  <a:ext uri="{FF2B5EF4-FFF2-40B4-BE49-F238E27FC236}">
                    <a16:creationId xmlns:a16="http://schemas.microsoft.com/office/drawing/2014/main" id="{55B4C2B4-CE28-CAFC-781A-4CF6B40FDEBF}"/>
                  </a:ext>
                </a:extLst>
              </p:cNvPr>
              <p:cNvSpPr txBox="1"/>
              <p:nvPr/>
            </p:nvSpPr>
            <p:spPr>
              <a:xfrm>
                <a:off x="6129424" y="1998725"/>
                <a:ext cx="3529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d1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橢圓 20">
                <a:extLst>
                  <a:ext uri="{FF2B5EF4-FFF2-40B4-BE49-F238E27FC236}">
                    <a16:creationId xmlns:a16="http://schemas.microsoft.com/office/drawing/2014/main" id="{7A8ACCCB-E845-0F49-2AA2-A6C21ECD7BFE}"/>
                  </a:ext>
                </a:extLst>
              </p:cNvPr>
              <p:cNvSpPr/>
              <p:nvPr/>
            </p:nvSpPr>
            <p:spPr>
              <a:xfrm rot="4711812">
                <a:off x="5745571" y="2145622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7" name="橢圓 21">
                <a:extLst>
                  <a:ext uri="{FF2B5EF4-FFF2-40B4-BE49-F238E27FC236}">
                    <a16:creationId xmlns:a16="http://schemas.microsoft.com/office/drawing/2014/main" id="{DD05B9BE-2CF7-00AD-88E0-9427D4D9D41B}"/>
                  </a:ext>
                </a:extLst>
              </p:cNvPr>
              <p:cNvSpPr/>
              <p:nvPr/>
            </p:nvSpPr>
            <p:spPr>
              <a:xfrm rot="7441547">
                <a:off x="5473879" y="2238408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橢圓 22">
                <a:extLst>
                  <a:ext uri="{FF2B5EF4-FFF2-40B4-BE49-F238E27FC236}">
                    <a16:creationId xmlns:a16="http://schemas.microsoft.com/office/drawing/2014/main" id="{9AA5D8A0-F473-C204-61DC-B788B83F9043}"/>
                  </a:ext>
                </a:extLst>
              </p:cNvPr>
              <p:cNvSpPr/>
              <p:nvPr/>
            </p:nvSpPr>
            <p:spPr>
              <a:xfrm rot="4143140">
                <a:off x="5539041" y="2642678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9" name="橢圓 23">
                <a:extLst>
                  <a:ext uri="{FF2B5EF4-FFF2-40B4-BE49-F238E27FC236}">
                    <a16:creationId xmlns:a16="http://schemas.microsoft.com/office/drawing/2014/main" id="{91B32DF6-7374-8A11-43E4-E824D4C08324}"/>
                  </a:ext>
                </a:extLst>
              </p:cNvPr>
              <p:cNvSpPr/>
              <p:nvPr/>
            </p:nvSpPr>
            <p:spPr>
              <a:xfrm rot="5218443">
                <a:off x="5324900" y="2460949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0" name="直線接點 48">
                <a:extLst>
                  <a:ext uri="{FF2B5EF4-FFF2-40B4-BE49-F238E27FC236}">
                    <a16:creationId xmlns:a16="http://schemas.microsoft.com/office/drawing/2014/main" id="{DD268529-072F-ADC8-D41C-29623B7783FA}"/>
                  </a:ext>
                </a:extLst>
              </p:cNvPr>
              <p:cNvCxnSpPr>
                <a:cxnSpLocks/>
                <a:stCxn id="117" idx="0"/>
                <a:endCxn id="112" idx="2"/>
              </p:cNvCxnSpPr>
              <p:nvPr/>
            </p:nvCxnSpPr>
            <p:spPr>
              <a:xfrm rot="2721184" flipV="1">
                <a:off x="5557954" y="2400851"/>
                <a:ext cx="205746" cy="7381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接點 49">
                <a:extLst>
                  <a:ext uri="{FF2B5EF4-FFF2-40B4-BE49-F238E27FC236}">
                    <a16:creationId xmlns:a16="http://schemas.microsoft.com/office/drawing/2014/main" id="{5F60625B-AC42-324C-4468-75B6C4ABEBB7}"/>
                  </a:ext>
                </a:extLst>
              </p:cNvPr>
              <p:cNvCxnSpPr>
                <a:cxnSpLocks/>
                <a:stCxn id="112" idx="1"/>
                <a:endCxn id="116" idx="6"/>
              </p:cNvCxnSpPr>
              <p:nvPr/>
            </p:nvCxnSpPr>
            <p:spPr>
              <a:xfrm rot="2721184" flipH="1" flipV="1">
                <a:off x="5754988" y="2290805"/>
                <a:ext cx="121195" cy="129344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線接點 50">
                <a:extLst>
                  <a:ext uri="{FF2B5EF4-FFF2-40B4-BE49-F238E27FC236}">
                    <a16:creationId xmlns:a16="http://schemas.microsoft.com/office/drawing/2014/main" id="{A2BF47BE-3AA0-440F-C438-C15E94973E4C}"/>
                  </a:ext>
                </a:extLst>
              </p:cNvPr>
              <p:cNvCxnSpPr>
                <a:cxnSpLocks/>
                <a:stCxn id="112" idx="3"/>
                <a:endCxn id="119" idx="0"/>
              </p:cNvCxnSpPr>
              <p:nvPr/>
            </p:nvCxnSpPr>
            <p:spPr>
              <a:xfrm rot="2721184" flipH="1">
                <a:off x="5473989" y="2455181"/>
                <a:ext cx="203060" cy="159775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接點 51">
                <a:extLst>
                  <a:ext uri="{FF2B5EF4-FFF2-40B4-BE49-F238E27FC236}">
                    <a16:creationId xmlns:a16="http://schemas.microsoft.com/office/drawing/2014/main" id="{9B15EB30-04EF-4359-4B26-C0E7D9D2FD8C}"/>
                  </a:ext>
                </a:extLst>
              </p:cNvPr>
              <p:cNvCxnSpPr>
                <a:cxnSpLocks/>
                <a:stCxn id="112" idx="4"/>
                <a:endCxn id="118" idx="0"/>
              </p:cNvCxnSpPr>
              <p:nvPr/>
            </p:nvCxnSpPr>
            <p:spPr>
              <a:xfrm rot="2721184" flipH="1">
                <a:off x="5688372" y="2608175"/>
                <a:ext cx="15572" cy="93262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橢圓 20">
                <a:extLst>
                  <a:ext uri="{FF2B5EF4-FFF2-40B4-BE49-F238E27FC236}">
                    <a16:creationId xmlns:a16="http://schemas.microsoft.com/office/drawing/2014/main" id="{7FB72E1D-19E0-7D1E-3037-157741C6CCCC}"/>
                  </a:ext>
                </a:extLst>
              </p:cNvPr>
              <p:cNvSpPr/>
              <p:nvPr/>
            </p:nvSpPr>
            <p:spPr>
              <a:xfrm rot="19175915">
                <a:off x="6004206" y="2872938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" name="橢圓 21">
                <a:extLst>
                  <a:ext uri="{FF2B5EF4-FFF2-40B4-BE49-F238E27FC236}">
                    <a16:creationId xmlns:a16="http://schemas.microsoft.com/office/drawing/2014/main" id="{632281E0-0B7D-A4C7-BF36-345CD5D190F8}"/>
                  </a:ext>
                </a:extLst>
              </p:cNvPr>
              <p:cNvSpPr/>
              <p:nvPr/>
            </p:nvSpPr>
            <p:spPr>
              <a:xfrm rot="305650">
                <a:off x="6216847" y="3065835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" name="橢圓 22">
                <a:extLst>
                  <a:ext uri="{FF2B5EF4-FFF2-40B4-BE49-F238E27FC236}">
                    <a16:creationId xmlns:a16="http://schemas.microsoft.com/office/drawing/2014/main" id="{2EBC1FBF-930B-35C0-1648-F79E6E5FDBE1}"/>
                  </a:ext>
                </a:extLst>
              </p:cNvPr>
              <p:cNvSpPr/>
              <p:nvPr/>
            </p:nvSpPr>
            <p:spPr>
              <a:xfrm rot="18607243">
                <a:off x="6539140" y="2813234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7" name="橢圓 23">
                <a:extLst>
                  <a:ext uri="{FF2B5EF4-FFF2-40B4-BE49-F238E27FC236}">
                    <a16:creationId xmlns:a16="http://schemas.microsoft.com/office/drawing/2014/main" id="{E18FA79D-3AFF-ADA2-79E8-B30AA7D3D92C}"/>
                  </a:ext>
                </a:extLst>
              </p:cNvPr>
              <p:cNvSpPr/>
              <p:nvPr/>
            </p:nvSpPr>
            <p:spPr>
              <a:xfrm rot="19682546">
                <a:off x="6483685" y="3088564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8" name="直線接點 48">
                <a:extLst>
                  <a:ext uri="{FF2B5EF4-FFF2-40B4-BE49-F238E27FC236}">
                    <a16:creationId xmlns:a16="http://schemas.microsoft.com/office/drawing/2014/main" id="{1598350A-D473-10FE-E9E1-51AE952F8405}"/>
                  </a:ext>
                </a:extLst>
              </p:cNvPr>
              <p:cNvCxnSpPr>
                <a:cxnSpLocks/>
                <a:stCxn id="125" idx="0"/>
              </p:cNvCxnSpPr>
              <p:nvPr/>
            </p:nvCxnSpPr>
            <p:spPr>
              <a:xfrm rot="17185287" flipV="1">
                <a:off x="6206215" y="2962668"/>
                <a:ext cx="205746" cy="7381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線接點 49">
                <a:extLst>
                  <a:ext uri="{FF2B5EF4-FFF2-40B4-BE49-F238E27FC236}">
                    <a16:creationId xmlns:a16="http://schemas.microsoft.com/office/drawing/2014/main" id="{1B65C6C6-0877-BC74-3751-4CF99B7C5E50}"/>
                  </a:ext>
                </a:extLst>
              </p:cNvPr>
              <p:cNvCxnSpPr>
                <a:cxnSpLocks/>
                <a:endCxn id="124" idx="6"/>
              </p:cNvCxnSpPr>
              <p:nvPr/>
            </p:nvCxnSpPr>
            <p:spPr>
              <a:xfrm rot="17185287" flipH="1" flipV="1">
                <a:off x="6130683" y="2789978"/>
                <a:ext cx="121195" cy="129344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線接點 50">
                <a:extLst>
                  <a:ext uri="{FF2B5EF4-FFF2-40B4-BE49-F238E27FC236}">
                    <a16:creationId xmlns:a16="http://schemas.microsoft.com/office/drawing/2014/main" id="{8BEEDB02-D644-56FF-3C63-BCA475FD9E18}"/>
                  </a:ext>
                </a:extLst>
              </p:cNvPr>
              <p:cNvCxnSpPr>
                <a:cxnSpLocks/>
                <a:endCxn id="127" idx="0"/>
              </p:cNvCxnSpPr>
              <p:nvPr/>
            </p:nvCxnSpPr>
            <p:spPr>
              <a:xfrm rot="17185287" flipH="1">
                <a:off x="6363064" y="2897988"/>
                <a:ext cx="203060" cy="159775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線接點 51">
                <a:extLst>
                  <a:ext uri="{FF2B5EF4-FFF2-40B4-BE49-F238E27FC236}">
                    <a16:creationId xmlns:a16="http://schemas.microsoft.com/office/drawing/2014/main" id="{33DA6B25-04E2-371B-A185-6C2DBACF9735}"/>
                  </a:ext>
                </a:extLst>
              </p:cNvPr>
              <p:cNvCxnSpPr>
                <a:cxnSpLocks/>
                <a:endCxn id="126" idx="0"/>
              </p:cNvCxnSpPr>
              <p:nvPr/>
            </p:nvCxnSpPr>
            <p:spPr>
              <a:xfrm rot="17185287" flipH="1">
                <a:off x="6503241" y="2767736"/>
                <a:ext cx="15572" cy="93262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線接點 51">
                <a:extLst>
                  <a:ext uri="{FF2B5EF4-FFF2-40B4-BE49-F238E27FC236}">
                    <a16:creationId xmlns:a16="http://schemas.microsoft.com/office/drawing/2014/main" id="{3E555400-974C-434D-5B05-13C39AE4AD5D}"/>
                  </a:ext>
                </a:extLst>
              </p:cNvPr>
              <p:cNvCxnSpPr>
                <a:cxnSpLocks/>
                <a:stCxn id="124" idx="4"/>
                <a:endCxn id="125" idx="1"/>
              </p:cNvCxnSpPr>
              <p:nvPr/>
            </p:nvCxnSpPr>
            <p:spPr>
              <a:xfrm rot="14464103" flipH="1">
                <a:off x="6096231" y="2996004"/>
                <a:ext cx="151516" cy="68942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線接點 51">
                <a:extLst>
                  <a:ext uri="{FF2B5EF4-FFF2-40B4-BE49-F238E27FC236}">
                    <a16:creationId xmlns:a16="http://schemas.microsoft.com/office/drawing/2014/main" id="{A8764598-86A8-C35F-6963-8A17DA7D5C8E}"/>
                  </a:ext>
                </a:extLst>
              </p:cNvPr>
              <p:cNvCxnSpPr>
                <a:cxnSpLocks/>
                <a:stCxn id="125" idx="6"/>
                <a:endCxn id="127" idx="1"/>
              </p:cNvCxnSpPr>
              <p:nvPr/>
            </p:nvCxnSpPr>
            <p:spPr>
              <a:xfrm rot="14464103" flipH="1">
                <a:off x="6375330" y="3071153"/>
                <a:ext cx="73729" cy="126227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線接點 51">
                <a:extLst>
                  <a:ext uri="{FF2B5EF4-FFF2-40B4-BE49-F238E27FC236}">
                    <a16:creationId xmlns:a16="http://schemas.microsoft.com/office/drawing/2014/main" id="{F00FB01C-91C6-32E8-0EBE-5D08184A65FD}"/>
                  </a:ext>
                </a:extLst>
              </p:cNvPr>
              <p:cNvCxnSpPr>
                <a:cxnSpLocks/>
                <a:stCxn id="127" idx="7"/>
                <a:endCxn id="126" idx="3"/>
              </p:cNvCxnSpPr>
              <p:nvPr/>
            </p:nvCxnSpPr>
            <p:spPr>
              <a:xfrm rot="14464103">
                <a:off x="6525862" y="2954942"/>
                <a:ext cx="112656" cy="115791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A424FAE6-08BC-C1F1-C561-1399E86955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964667" y="3700912"/>
            <a:ext cx="4157563" cy="2938797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A0BDE795-58BC-F969-9A4B-7BC37B8089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74"/>
          <a:stretch>
            <a:fillRect/>
          </a:stretch>
        </p:blipFill>
        <p:spPr>
          <a:xfrm>
            <a:off x="-4868110" y="1272168"/>
            <a:ext cx="4157563" cy="2839659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DA94251C-E968-96C7-0AD7-6BA438E83792}"/>
              </a:ext>
            </a:extLst>
          </p:cNvPr>
          <p:cNvGrpSpPr/>
          <p:nvPr/>
        </p:nvGrpSpPr>
        <p:grpSpPr>
          <a:xfrm>
            <a:off x="2595382" y="1742960"/>
            <a:ext cx="1246749" cy="1223973"/>
            <a:chOff x="2219796" y="1140762"/>
            <a:chExt cx="1860155" cy="1826172"/>
          </a:xfrm>
        </p:grpSpPr>
        <p:sp>
          <p:nvSpPr>
            <p:cNvPr id="4" name="Rectangular Callout 3">
              <a:extLst>
                <a:ext uri="{FF2B5EF4-FFF2-40B4-BE49-F238E27FC236}">
                  <a16:creationId xmlns:a16="http://schemas.microsoft.com/office/drawing/2014/main" id="{0E30FB53-DB3D-F92A-7516-D3317CEE4EFC}"/>
                </a:ext>
              </a:extLst>
            </p:cNvPr>
            <p:cNvSpPr/>
            <p:nvPr/>
          </p:nvSpPr>
          <p:spPr>
            <a:xfrm flipH="1">
              <a:off x="2219796" y="1140762"/>
              <a:ext cx="1860155" cy="1826172"/>
            </a:xfrm>
            <a:prstGeom prst="wedgeRectCallout">
              <a:avLst>
                <a:gd name="adj1" fmla="val -31339"/>
                <a:gd name="adj2" fmla="val 60115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A2A9EAA-AEE8-887D-674A-4453D2E88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54236" y="1264379"/>
              <a:ext cx="1618189" cy="1601156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A3071CF-FB66-74CB-4E27-BEAF7F39A22C}"/>
              </a:ext>
            </a:extLst>
          </p:cNvPr>
          <p:cNvGrpSpPr/>
          <p:nvPr/>
        </p:nvGrpSpPr>
        <p:grpSpPr>
          <a:xfrm>
            <a:off x="2918913" y="3543569"/>
            <a:ext cx="973434" cy="955650"/>
            <a:chOff x="2219796" y="1140762"/>
            <a:chExt cx="1860155" cy="1826172"/>
          </a:xfrm>
        </p:grpSpPr>
        <p:sp>
          <p:nvSpPr>
            <p:cNvPr id="37" name="Rectangular Callout 36">
              <a:extLst>
                <a:ext uri="{FF2B5EF4-FFF2-40B4-BE49-F238E27FC236}">
                  <a16:creationId xmlns:a16="http://schemas.microsoft.com/office/drawing/2014/main" id="{BC4850C2-7A68-DA4C-6694-57B5A0334A52}"/>
                </a:ext>
              </a:extLst>
            </p:cNvPr>
            <p:cNvSpPr/>
            <p:nvPr/>
          </p:nvSpPr>
          <p:spPr>
            <a:xfrm flipH="1">
              <a:off x="2219796" y="1140762"/>
              <a:ext cx="1860155" cy="1826172"/>
            </a:xfrm>
            <a:prstGeom prst="wedgeRectCallout">
              <a:avLst>
                <a:gd name="adj1" fmla="val -64142"/>
                <a:gd name="adj2" fmla="val 25183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57180F8-555E-75AC-22FF-C5FC0A8CB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54236" y="1264379"/>
              <a:ext cx="1618189" cy="1601156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F3E9B8E-B65D-EEB4-A2B8-144EB5B68458}"/>
              </a:ext>
            </a:extLst>
          </p:cNvPr>
          <p:cNvGrpSpPr/>
          <p:nvPr/>
        </p:nvGrpSpPr>
        <p:grpSpPr>
          <a:xfrm>
            <a:off x="6263010" y="5170311"/>
            <a:ext cx="903704" cy="887194"/>
            <a:chOff x="2219796" y="1140762"/>
            <a:chExt cx="1860155" cy="1826172"/>
          </a:xfrm>
        </p:grpSpPr>
        <p:sp>
          <p:nvSpPr>
            <p:cNvPr id="40" name="Rectangular Callout 39">
              <a:extLst>
                <a:ext uri="{FF2B5EF4-FFF2-40B4-BE49-F238E27FC236}">
                  <a16:creationId xmlns:a16="http://schemas.microsoft.com/office/drawing/2014/main" id="{C89F3A27-2BA8-420D-8BA9-430B2C023B94}"/>
                </a:ext>
              </a:extLst>
            </p:cNvPr>
            <p:cNvSpPr/>
            <p:nvPr/>
          </p:nvSpPr>
          <p:spPr>
            <a:xfrm flipH="1">
              <a:off x="2219796" y="1140762"/>
              <a:ext cx="1860155" cy="1826172"/>
            </a:xfrm>
            <a:prstGeom prst="wedgeRectCallout">
              <a:avLst>
                <a:gd name="adj1" fmla="val -22756"/>
                <a:gd name="adj2" fmla="val -57514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CA026B21-4E57-8B6A-8AFF-AE4BCAA90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54236" y="1264379"/>
              <a:ext cx="1618189" cy="1601156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D17B666-DF42-3B3C-A196-B7104DAF7BB9}"/>
              </a:ext>
            </a:extLst>
          </p:cNvPr>
          <p:cNvGrpSpPr/>
          <p:nvPr/>
        </p:nvGrpSpPr>
        <p:grpSpPr>
          <a:xfrm>
            <a:off x="8332790" y="3198767"/>
            <a:ext cx="1562169" cy="1533630"/>
            <a:chOff x="2219796" y="1140762"/>
            <a:chExt cx="1860155" cy="1826172"/>
          </a:xfrm>
        </p:grpSpPr>
        <p:sp>
          <p:nvSpPr>
            <p:cNvPr id="65" name="Rectangular Callout 64">
              <a:extLst>
                <a:ext uri="{FF2B5EF4-FFF2-40B4-BE49-F238E27FC236}">
                  <a16:creationId xmlns:a16="http://schemas.microsoft.com/office/drawing/2014/main" id="{57638EE3-7ADC-49EB-059E-9BD139B0A778}"/>
                </a:ext>
              </a:extLst>
            </p:cNvPr>
            <p:cNvSpPr/>
            <p:nvPr/>
          </p:nvSpPr>
          <p:spPr>
            <a:xfrm flipH="1">
              <a:off x="2219796" y="1140762"/>
              <a:ext cx="1860155" cy="1826172"/>
            </a:xfrm>
            <a:prstGeom prst="wedgeRectCallout">
              <a:avLst>
                <a:gd name="adj1" fmla="val 59804"/>
                <a:gd name="adj2" fmla="val -3762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9BFAB657-A3FD-E260-0A35-AD4E2D03E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54236" y="1264379"/>
              <a:ext cx="1618189" cy="1601156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DC59593-8A98-2205-546B-6A76B5448DBC}"/>
              </a:ext>
            </a:extLst>
          </p:cNvPr>
          <p:cNvGrpSpPr/>
          <p:nvPr/>
        </p:nvGrpSpPr>
        <p:grpSpPr>
          <a:xfrm>
            <a:off x="3611780" y="5170406"/>
            <a:ext cx="1102249" cy="1082112"/>
            <a:chOff x="2219796" y="1140762"/>
            <a:chExt cx="1860155" cy="1826172"/>
          </a:xfrm>
        </p:grpSpPr>
        <p:sp>
          <p:nvSpPr>
            <p:cNvPr id="68" name="Rectangular Callout 67">
              <a:extLst>
                <a:ext uri="{FF2B5EF4-FFF2-40B4-BE49-F238E27FC236}">
                  <a16:creationId xmlns:a16="http://schemas.microsoft.com/office/drawing/2014/main" id="{3A164C01-DAEC-5722-1DD4-103662639714}"/>
                </a:ext>
              </a:extLst>
            </p:cNvPr>
            <p:cNvSpPr/>
            <p:nvPr/>
          </p:nvSpPr>
          <p:spPr>
            <a:xfrm flipH="1">
              <a:off x="2219796" y="1140762"/>
              <a:ext cx="1860155" cy="1826172"/>
            </a:xfrm>
            <a:prstGeom prst="wedgeRectCallout">
              <a:avLst>
                <a:gd name="adj1" fmla="val -25097"/>
                <a:gd name="adj2" fmla="val -60694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6AFFD5D9-9BAB-1B41-8259-0039FCD10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54236" y="1264379"/>
              <a:ext cx="1618189" cy="1601156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A9E4A81-E44B-C5A9-35F1-1E6EC56FF087}"/>
              </a:ext>
            </a:extLst>
          </p:cNvPr>
          <p:cNvGrpSpPr/>
          <p:nvPr/>
        </p:nvGrpSpPr>
        <p:grpSpPr>
          <a:xfrm>
            <a:off x="6125225" y="988713"/>
            <a:ext cx="986012" cy="967999"/>
            <a:chOff x="2219796" y="1140762"/>
            <a:chExt cx="1860155" cy="1826172"/>
          </a:xfrm>
        </p:grpSpPr>
        <p:sp>
          <p:nvSpPr>
            <p:cNvPr id="100" name="Rectangular Callout 99">
              <a:extLst>
                <a:ext uri="{FF2B5EF4-FFF2-40B4-BE49-F238E27FC236}">
                  <a16:creationId xmlns:a16="http://schemas.microsoft.com/office/drawing/2014/main" id="{19BCB00D-F8BB-CA9D-03D9-8AFB7C9A42A1}"/>
                </a:ext>
              </a:extLst>
            </p:cNvPr>
            <p:cNvSpPr/>
            <p:nvPr/>
          </p:nvSpPr>
          <p:spPr>
            <a:xfrm flipH="1">
              <a:off x="2219796" y="1140762"/>
              <a:ext cx="1860155" cy="1826172"/>
            </a:xfrm>
            <a:prstGeom prst="wedgeRectCallout">
              <a:avLst>
                <a:gd name="adj1" fmla="val 23280"/>
                <a:gd name="adj2" fmla="val 57731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B5C00FB2-D45A-A3B9-3B12-F642C1777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54236" y="1264379"/>
              <a:ext cx="1618189" cy="1601156"/>
            </a:xfrm>
            <a:prstGeom prst="rect">
              <a:avLst/>
            </a:prstGeom>
          </p:spPr>
        </p:pic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48E5158-5845-EDFC-EA79-3CA0B4CCF8F7}"/>
              </a:ext>
            </a:extLst>
          </p:cNvPr>
          <p:cNvGrpSpPr/>
          <p:nvPr/>
        </p:nvGrpSpPr>
        <p:grpSpPr>
          <a:xfrm>
            <a:off x="8969752" y="1272168"/>
            <a:ext cx="1562169" cy="1533630"/>
            <a:chOff x="2219796" y="1140762"/>
            <a:chExt cx="1860155" cy="1826172"/>
          </a:xfrm>
        </p:grpSpPr>
        <p:sp>
          <p:nvSpPr>
            <p:cNvPr id="103" name="Rectangular Callout 102">
              <a:extLst>
                <a:ext uri="{FF2B5EF4-FFF2-40B4-BE49-F238E27FC236}">
                  <a16:creationId xmlns:a16="http://schemas.microsoft.com/office/drawing/2014/main" id="{BFC0F0E0-149F-F782-5A0C-AC6C93EBC3DD}"/>
                </a:ext>
              </a:extLst>
            </p:cNvPr>
            <p:cNvSpPr/>
            <p:nvPr/>
          </p:nvSpPr>
          <p:spPr>
            <a:xfrm>
              <a:off x="2219796" y="1140762"/>
              <a:ext cx="1860155" cy="1826172"/>
            </a:xfrm>
            <a:prstGeom prst="wedgeRectCallout">
              <a:avLst>
                <a:gd name="adj1" fmla="val -64110"/>
                <a:gd name="adj2" fmla="val 35476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A98FF5FA-1C00-EFC4-F6C5-DA2F28AD2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54236" y="1264379"/>
              <a:ext cx="1618189" cy="16011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7978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1D01C-4002-8719-0AB1-45ACF58AC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F4375E3-83A6-FB1C-4822-298C09C6E52B}"/>
              </a:ext>
            </a:extLst>
          </p:cNvPr>
          <p:cNvGrpSpPr/>
          <p:nvPr/>
        </p:nvGrpSpPr>
        <p:grpSpPr>
          <a:xfrm rot="20852940">
            <a:off x="2451449" y="3607613"/>
            <a:ext cx="1782184" cy="1317043"/>
            <a:chOff x="644968" y="1308181"/>
            <a:chExt cx="1612271" cy="1191476"/>
          </a:xfrm>
          <a:effectLst/>
        </p:grpSpPr>
        <p:sp>
          <p:nvSpPr>
            <p:cNvPr id="7" name="橢圓 20">
              <a:extLst>
                <a:ext uri="{FF2B5EF4-FFF2-40B4-BE49-F238E27FC236}">
                  <a16:creationId xmlns:a16="http://schemas.microsoft.com/office/drawing/2014/main" id="{90B9B6BB-90EB-CD94-D26B-9EB27755B6CF}"/>
                </a:ext>
              </a:extLst>
            </p:cNvPr>
            <p:cNvSpPr/>
            <p:nvPr/>
          </p:nvSpPr>
          <p:spPr>
            <a:xfrm rot="10499338">
              <a:off x="2134720" y="1761652"/>
              <a:ext cx="122519" cy="12251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" name="橢圓 21">
              <a:extLst>
                <a:ext uri="{FF2B5EF4-FFF2-40B4-BE49-F238E27FC236}">
                  <a16:creationId xmlns:a16="http://schemas.microsoft.com/office/drawing/2014/main" id="{807BEF65-99E2-065C-AC1B-02D71D42A0C7}"/>
                </a:ext>
              </a:extLst>
            </p:cNvPr>
            <p:cNvSpPr/>
            <p:nvPr/>
          </p:nvSpPr>
          <p:spPr>
            <a:xfrm rot="13229073">
              <a:off x="2073085" y="1481248"/>
              <a:ext cx="122519" cy="12251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9" name="橢圓 22">
              <a:extLst>
                <a:ext uri="{FF2B5EF4-FFF2-40B4-BE49-F238E27FC236}">
                  <a16:creationId xmlns:a16="http://schemas.microsoft.com/office/drawing/2014/main" id="{857B6337-8C1A-7335-5115-A9006A494C27}"/>
                </a:ext>
              </a:extLst>
            </p:cNvPr>
            <p:cNvSpPr/>
            <p:nvPr/>
          </p:nvSpPr>
          <p:spPr>
            <a:xfrm rot="9930666">
              <a:off x="1664051" y="1500520"/>
              <a:ext cx="122519" cy="12251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0" name="橢圓 23">
              <a:extLst>
                <a:ext uri="{FF2B5EF4-FFF2-40B4-BE49-F238E27FC236}">
                  <a16:creationId xmlns:a16="http://schemas.microsoft.com/office/drawing/2014/main" id="{AD9AE164-D363-892C-12A8-7154CD255A20}"/>
                </a:ext>
              </a:extLst>
            </p:cNvPr>
            <p:cNvSpPr/>
            <p:nvPr/>
          </p:nvSpPr>
          <p:spPr>
            <a:xfrm rot="11005969">
              <a:off x="1868715" y="1308181"/>
              <a:ext cx="122519" cy="12251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線接點 48">
              <a:extLst>
                <a:ext uri="{FF2B5EF4-FFF2-40B4-BE49-F238E27FC236}">
                  <a16:creationId xmlns:a16="http://schemas.microsoft.com/office/drawing/2014/main" id="{3778C666-DCEF-80A1-6503-7C952CDFE471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rot="8508710" flipV="1">
              <a:off x="1913125" y="1651910"/>
              <a:ext cx="205746" cy="738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49">
              <a:extLst>
                <a:ext uri="{FF2B5EF4-FFF2-40B4-BE49-F238E27FC236}">
                  <a16:creationId xmlns:a16="http://schemas.microsoft.com/office/drawing/2014/main" id="{C564D619-B650-E136-B59A-208833017DA1}"/>
                </a:ext>
              </a:extLst>
            </p:cNvPr>
            <p:cNvCxnSpPr>
              <a:cxnSpLocks/>
              <a:endCxn id="7" idx="6"/>
            </p:cNvCxnSpPr>
            <p:nvPr/>
          </p:nvCxnSpPr>
          <p:spPr>
            <a:xfrm rot="8508710" flipH="1" flipV="1">
              <a:off x="1986745" y="1750224"/>
              <a:ext cx="121195" cy="129344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50">
              <a:extLst>
                <a:ext uri="{FF2B5EF4-FFF2-40B4-BE49-F238E27FC236}">
                  <a16:creationId xmlns:a16="http://schemas.microsoft.com/office/drawing/2014/main" id="{C7BFCF4F-0B30-2CBC-0354-ED19195A7CC0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 rot="8508710" flipH="1">
              <a:off x="1794366" y="1476264"/>
              <a:ext cx="203060" cy="159775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51">
              <a:extLst>
                <a:ext uri="{FF2B5EF4-FFF2-40B4-BE49-F238E27FC236}">
                  <a16:creationId xmlns:a16="http://schemas.microsoft.com/office/drawing/2014/main" id="{2FCEA3FA-422E-2917-62DC-45DC99ED0B19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 rot="8508710" flipH="1">
              <a:off x="1755561" y="1615925"/>
              <a:ext cx="15572" cy="9326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51">
              <a:extLst>
                <a:ext uri="{FF2B5EF4-FFF2-40B4-BE49-F238E27FC236}">
                  <a16:creationId xmlns:a16="http://schemas.microsoft.com/office/drawing/2014/main" id="{0F4F09D9-70EA-BCF1-112E-1ABB8078D73B}"/>
                </a:ext>
              </a:extLst>
            </p:cNvPr>
            <p:cNvCxnSpPr>
              <a:cxnSpLocks/>
              <a:stCxn id="7" idx="4"/>
              <a:endCxn id="8" idx="1"/>
            </p:cNvCxnSpPr>
            <p:nvPr/>
          </p:nvCxnSpPr>
          <p:spPr>
            <a:xfrm rot="5787526" flipH="1">
              <a:off x="2089139" y="1648260"/>
              <a:ext cx="151516" cy="6894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51">
              <a:extLst>
                <a:ext uri="{FF2B5EF4-FFF2-40B4-BE49-F238E27FC236}">
                  <a16:creationId xmlns:a16="http://schemas.microsoft.com/office/drawing/2014/main" id="{558ADAC0-17BB-FEA0-C90F-E36D8762A8E4}"/>
                </a:ext>
              </a:extLst>
            </p:cNvPr>
            <p:cNvCxnSpPr>
              <a:cxnSpLocks/>
              <a:stCxn id="8" idx="6"/>
              <a:endCxn id="10" idx="1"/>
            </p:cNvCxnSpPr>
            <p:nvPr/>
          </p:nvCxnSpPr>
          <p:spPr>
            <a:xfrm rot="5787526" flipH="1">
              <a:off x="1992321" y="1395891"/>
              <a:ext cx="73729" cy="126227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51">
              <a:extLst>
                <a:ext uri="{FF2B5EF4-FFF2-40B4-BE49-F238E27FC236}">
                  <a16:creationId xmlns:a16="http://schemas.microsoft.com/office/drawing/2014/main" id="{4F791F59-8386-0959-221B-EE5A79E1AD5E}"/>
                </a:ext>
              </a:extLst>
            </p:cNvPr>
            <p:cNvCxnSpPr>
              <a:cxnSpLocks/>
              <a:stCxn id="10" idx="7"/>
              <a:endCxn id="9" idx="3"/>
            </p:cNvCxnSpPr>
            <p:nvPr/>
          </p:nvCxnSpPr>
          <p:spPr>
            <a:xfrm rot="5787526">
              <a:off x="1763948" y="1401649"/>
              <a:ext cx="112656" cy="11579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4">
              <a:extLst>
                <a:ext uri="{FF2B5EF4-FFF2-40B4-BE49-F238E27FC236}">
                  <a16:creationId xmlns:a16="http://schemas.microsoft.com/office/drawing/2014/main" id="{98804AEF-8733-6A07-53CB-EA801BADF1FC}"/>
                </a:ext>
              </a:extLst>
            </p:cNvPr>
            <p:cNvCxnSpPr>
              <a:cxnSpLocks/>
            </p:cNvCxnSpPr>
            <p:nvPr/>
          </p:nvCxnSpPr>
          <p:spPr>
            <a:xfrm rot="2721184" flipV="1">
              <a:off x="1240834" y="2112439"/>
              <a:ext cx="330805" cy="18218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5">
              <a:extLst>
                <a:ext uri="{FF2B5EF4-FFF2-40B4-BE49-F238E27FC236}">
                  <a16:creationId xmlns:a16="http://schemas.microsoft.com/office/drawing/2014/main" id="{FC4CD89E-A63A-2182-DF37-A0AD4606941A}"/>
                </a:ext>
              </a:extLst>
            </p:cNvPr>
            <p:cNvCxnSpPr>
              <a:cxnSpLocks/>
              <a:stCxn id="21" idx="5"/>
            </p:cNvCxnSpPr>
            <p:nvPr/>
          </p:nvCxnSpPr>
          <p:spPr>
            <a:xfrm rot="2721184">
              <a:off x="1717007" y="1904731"/>
              <a:ext cx="141027" cy="29289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7">
              <a:extLst>
                <a:ext uri="{FF2B5EF4-FFF2-40B4-BE49-F238E27FC236}">
                  <a16:creationId xmlns:a16="http://schemas.microsoft.com/office/drawing/2014/main" id="{D418B253-726B-7747-8A2F-5F94B522F861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 rot="2721184" flipH="1">
              <a:off x="1395768" y="1647889"/>
              <a:ext cx="163582" cy="562211"/>
            </a:xfrm>
            <a:prstGeom prst="line">
              <a:avLst/>
            </a:prstGeom>
            <a:ln w="317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橢圓 8">
              <a:extLst>
                <a:ext uri="{FF2B5EF4-FFF2-40B4-BE49-F238E27FC236}">
                  <a16:creationId xmlns:a16="http://schemas.microsoft.com/office/drawing/2014/main" id="{1ED8406F-6DD0-239E-E7EC-A829F6E9203A}"/>
                </a:ext>
              </a:extLst>
            </p:cNvPr>
            <p:cNvSpPr/>
            <p:nvPr/>
          </p:nvSpPr>
          <p:spPr>
            <a:xfrm rot="2721184">
              <a:off x="1735028" y="1682513"/>
              <a:ext cx="215586" cy="21558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tx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22" name="橢圓 11">
              <a:extLst>
                <a:ext uri="{FF2B5EF4-FFF2-40B4-BE49-F238E27FC236}">
                  <a16:creationId xmlns:a16="http://schemas.microsoft.com/office/drawing/2014/main" id="{ADE409E2-24A4-FBAE-7F8A-A55E2D36DF42}"/>
                </a:ext>
              </a:extLst>
            </p:cNvPr>
            <p:cNvSpPr/>
            <p:nvPr/>
          </p:nvSpPr>
          <p:spPr>
            <a:xfrm rot="2721184">
              <a:off x="1585033" y="2196655"/>
              <a:ext cx="215585" cy="21558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tx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23" name="橢圓 12">
              <a:extLst>
                <a:ext uri="{FF2B5EF4-FFF2-40B4-BE49-F238E27FC236}">
                  <a16:creationId xmlns:a16="http://schemas.microsoft.com/office/drawing/2014/main" id="{881AE8B8-D3B2-F6DE-3BE2-C465AFD14BD8}"/>
                </a:ext>
              </a:extLst>
            </p:cNvPr>
            <p:cNvSpPr/>
            <p:nvPr/>
          </p:nvSpPr>
          <p:spPr>
            <a:xfrm rot="2721184">
              <a:off x="1023770" y="1997482"/>
              <a:ext cx="215585" cy="215585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24" name="橢圓 20">
              <a:extLst>
                <a:ext uri="{FF2B5EF4-FFF2-40B4-BE49-F238E27FC236}">
                  <a16:creationId xmlns:a16="http://schemas.microsoft.com/office/drawing/2014/main" id="{1FEAB058-63C2-6D9B-D581-A12194D6E0CD}"/>
                </a:ext>
              </a:extLst>
            </p:cNvPr>
            <p:cNvSpPr/>
            <p:nvPr/>
          </p:nvSpPr>
          <p:spPr>
            <a:xfrm rot="4711812">
              <a:off x="1065639" y="1699071"/>
              <a:ext cx="122519" cy="12251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25" name="橢圓 21">
              <a:extLst>
                <a:ext uri="{FF2B5EF4-FFF2-40B4-BE49-F238E27FC236}">
                  <a16:creationId xmlns:a16="http://schemas.microsoft.com/office/drawing/2014/main" id="{026F571D-1563-D488-2604-0FA6DEE96A84}"/>
                </a:ext>
              </a:extLst>
            </p:cNvPr>
            <p:cNvSpPr/>
            <p:nvPr/>
          </p:nvSpPr>
          <p:spPr>
            <a:xfrm rot="7441547">
              <a:off x="793947" y="1791857"/>
              <a:ext cx="122519" cy="12251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26" name="橢圓 22">
              <a:extLst>
                <a:ext uri="{FF2B5EF4-FFF2-40B4-BE49-F238E27FC236}">
                  <a16:creationId xmlns:a16="http://schemas.microsoft.com/office/drawing/2014/main" id="{09AB422C-67B2-B0B1-2DDF-2570377157A1}"/>
                </a:ext>
              </a:extLst>
            </p:cNvPr>
            <p:cNvSpPr/>
            <p:nvPr/>
          </p:nvSpPr>
          <p:spPr>
            <a:xfrm rot="4143140">
              <a:off x="859109" y="2196127"/>
              <a:ext cx="122519" cy="12251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27" name="橢圓 23">
              <a:extLst>
                <a:ext uri="{FF2B5EF4-FFF2-40B4-BE49-F238E27FC236}">
                  <a16:creationId xmlns:a16="http://schemas.microsoft.com/office/drawing/2014/main" id="{3E8A2DA1-654B-DDE2-1E75-E8E56D5D3888}"/>
                </a:ext>
              </a:extLst>
            </p:cNvPr>
            <p:cNvSpPr/>
            <p:nvPr/>
          </p:nvSpPr>
          <p:spPr>
            <a:xfrm rot="5218443">
              <a:off x="644968" y="2014398"/>
              <a:ext cx="122519" cy="12251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28" name="直線接點 48">
              <a:extLst>
                <a:ext uri="{FF2B5EF4-FFF2-40B4-BE49-F238E27FC236}">
                  <a16:creationId xmlns:a16="http://schemas.microsoft.com/office/drawing/2014/main" id="{4762706C-9B23-FAF6-EA41-F7FBB0FF7103}"/>
                </a:ext>
              </a:extLst>
            </p:cNvPr>
            <p:cNvCxnSpPr>
              <a:cxnSpLocks/>
              <a:stCxn id="25" idx="0"/>
              <a:endCxn id="23" idx="2"/>
            </p:cNvCxnSpPr>
            <p:nvPr/>
          </p:nvCxnSpPr>
          <p:spPr>
            <a:xfrm rot="2721184" flipV="1">
              <a:off x="878022" y="1954300"/>
              <a:ext cx="205746" cy="738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49">
              <a:extLst>
                <a:ext uri="{FF2B5EF4-FFF2-40B4-BE49-F238E27FC236}">
                  <a16:creationId xmlns:a16="http://schemas.microsoft.com/office/drawing/2014/main" id="{3B6BB2E1-E942-F429-67DB-EA9BFC032498}"/>
                </a:ext>
              </a:extLst>
            </p:cNvPr>
            <p:cNvCxnSpPr>
              <a:cxnSpLocks/>
              <a:stCxn id="23" idx="1"/>
              <a:endCxn id="24" idx="6"/>
            </p:cNvCxnSpPr>
            <p:nvPr/>
          </p:nvCxnSpPr>
          <p:spPr>
            <a:xfrm rot="2721184" flipH="1" flipV="1">
              <a:off x="1075056" y="1844254"/>
              <a:ext cx="121195" cy="129344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50">
              <a:extLst>
                <a:ext uri="{FF2B5EF4-FFF2-40B4-BE49-F238E27FC236}">
                  <a16:creationId xmlns:a16="http://schemas.microsoft.com/office/drawing/2014/main" id="{7017D88B-D57D-AE58-400F-72F24C44D84A}"/>
                </a:ext>
              </a:extLst>
            </p:cNvPr>
            <p:cNvCxnSpPr>
              <a:cxnSpLocks/>
              <a:stCxn id="23" idx="3"/>
              <a:endCxn id="27" idx="0"/>
            </p:cNvCxnSpPr>
            <p:nvPr/>
          </p:nvCxnSpPr>
          <p:spPr>
            <a:xfrm rot="2721184" flipH="1">
              <a:off x="794057" y="2008630"/>
              <a:ext cx="203060" cy="159775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51">
              <a:extLst>
                <a:ext uri="{FF2B5EF4-FFF2-40B4-BE49-F238E27FC236}">
                  <a16:creationId xmlns:a16="http://schemas.microsoft.com/office/drawing/2014/main" id="{03795B55-48BD-4517-116D-92F5A2A01583}"/>
                </a:ext>
              </a:extLst>
            </p:cNvPr>
            <p:cNvCxnSpPr>
              <a:cxnSpLocks/>
              <a:stCxn id="23" idx="4"/>
              <a:endCxn id="26" idx="0"/>
            </p:cNvCxnSpPr>
            <p:nvPr/>
          </p:nvCxnSpPr>
          <p:spPr>
            <a:xfrm rot="2721184" flipH="1">
              <a:off x="1008440" y="2161624"/>
              <a:ext cx="15572" cy="9326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字方塊 77">
              <a:extLst>
                <a:ext uri="{FF2B5EF4-FFF2-40B4-BE49-F238E27FC236}">
                  <a16:creationId xmlns:a16="http://schemas.microsoft.com/office/drawing/2014/main" id="{F477C48F-743E-9FD0-4B71-A71A63309F52}"/>
                </a:ext>
              </a:extLst>
            </p:cNvPr>
            <p:cNvSpPr txBox="1"/>
            <p:nvPr/>
          </p:nvSpPr>
          <p:spPr>
            <a:xfrm rot="747060">
              <a:off x="1040093" y="2276702"/>
              <a:ext cx="214760" cy="125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ego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33" name="文字方塊 78">
              <a:extLst>
                <a:ext uri="{FF2B5EF4-FFF2-40B4-BE49-F238E27FC236}">
                  <a16:creationId xmlns:a16="http://schemas.microsoft.com/office/drawing/2014/main" id="{349B7D41-6776-573E-3B1A-BCD9BF6CE39E}"/>
                </a:ext>
              </a:extLst>
            </p:cNvPr>
            <p:cNvSpPr txBox="1"/>
            <p:nvPr/>
          </p:nvSpPr>
          <p:spPr>
            <a:xfrm rot="747060">
              <a:off x="1749797" y="2374326"/>
              <a:ext cx="179674" cy="125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d1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34" name="文字方塊 79">
              <a:extLst>
                <a:ext uri="{FF2B5EF4-FFF2-40B4-BE49-F238E27FC236}">
                  <a16:creationId xmlns:a16="http://schemas.microsoft.com/office/drawing/2014/main" id="{7E052735-2E36-3BD4-6A75-4E986CB55E45}"/>
                </a:ext>
              </a:extLst>
            </p:cNvPr>
            <p:cNvSpPr txBox="1"/>
            <p:nvPr/>
          </p:nvSpPr>
          <p:spPr>
            <a:xfrm rot="747060">
              <a:off x="1353172" y="1540394"/>
              <a:ext cx="179674" cy="125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d2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D2B6FA8-5055-0EA1-558D-7661DC88A9CB}"/>
              </a:ext>
            </a:extLst>
          </p:cNvPr>
          <p:cNvGrpSpPr/>
          <p:nvPr/>
        </p:nvGrpSpPr>
        <p:grpSpPr>
          <a:xfrm>
            <a:off x="4319026" y="3561730"/>
            <a:ext cx="1646182" cy="1408808"/>
            <a:chOff x="6509407" y="2409594"/>
            <a:chExt cx="1603509" cy="1372288"/>
          </a:xfrm>
          <a:effectLst/>
        </p:grpSpPr>
        <p:grpSp>
          <p:nvGrpSpPr>
            <p:cNvPr id="42" name="群組 80">
              <a:extLst>
                <a:ext uri="{FF2B5EF4-FFF2-40B4-BE49-F238E27FC236}">
                  <a16:creationId xmlns:a16="http://schemas.microsoft.com/office/drawing/2014/main" id="{2F25CEE3-42A3-53E3-CF5F-ED19D0A33196}"/>
                </a:ext>
              </a:extLst>
            </p:cNvPr>
            <p:cNvGrpSpPr/>
            <p:nvPr/>
          </p:nvGrpSpPr>
          <p:grpSpPr>
            <a:xfrm>
              <a:off x="6509407" y="2620325"/>
              <a:ext cx="1268617" cy="1161557"/>
              <a:chOff x="1640379" y="1980650"/>
              <a:chExt cx="2314671" cy="2119332"/>
            </a:xfrm>
          </p:grpSpPr>
          <p:grpSp>
            <p:nvGrpSpPr>
              <p:cNvPr id="44" name="群組 76">
                <a:extLst>
                  <a:ext uri="{FF2B5EF4-FFF2-40B4-BE49-F238E27FC236}">
                    <a16:creationId xmlns:a16="http://schemas.microsoft.com/office/drawing/2014/main" id="{D16CD659-09E8-EEA9-95C7-128F2B7CD9B5}"/>
                  </a:ext>
                </a:extLst>
              </p:cNvPr>
              <p:cNvGrpSpPr/>
              <p:nvPr/>
            </p:nvGrpSpPr>
            <p:grpSpPr>
              <a:xfrm rot="2721184">
                <a:off x="1738049" y="1882980"/>
                <a:ext cx="2119332" cy="2314671"/>
                <a:chOff x="1225730" y="2486865"/>
                <a:chExt cx="3544206" cy="3870877"/>
              </a:xfrm>
            </p:grpSpPr>
            <p:grpSp>
              <p:nvGrpSpPr>
                <p:cNvPr id="48" name="群組 2">
                  <a:extLst>
                    <a:ext uri="{FF2B5EF4-FFF2-40B4-BE49-F238E27FC236}">
                      <a16:creationId xmlns:a16="http://schemas.microsoft.com/office/drawing/2014/main" id="{1141C993-0F8B-23CE-2546-FDCCB23DC703}"/>
                    </a:ext>
                  </a:extLst>
                </p:cNvPr>
                <p:cNvGrpSpPr/>
                <p:nvPr/>
              </p:nvGrpSpPr>
              <p:grpSpPr>
                <a:xfrm>
                  <a:off x="2300287" y="2486865"/>
                  <a:ext cx="2469649" cy="3097963"/>
                  <a:chOff x="2104165" y="1815433"/>
                  <a:chExt cx="3180121" cy="3989189"/>
                </a:xfrm>
              </p:grpSpPr>
              <p:cxnSp>
                <p:nvCxnSpPr>
                  <p:cNvPr id="57" name="直線接點 4">
                    <a:extLst>
                      <a:ext uri="{FF2B5EF4-FFF2-40B4-BE49-F238E27FC236}">
                        <a16:creationId xmlns:a16="http://schemas.microsoft.com/office/drawing/2014/main" id="{2A35376E-1F0C-0305-142A-DD2774DB36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72764" y="4428625"/>
                    <a:ext cx="1399481" cy="770724"/>
                  </a:xfrm>
                  <a:prstGeom prst="line">
                    <a:avLst/>
                  </a:prstGeom>
                  <a:ln w="317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直線接點 5">
                    <a:extLst>
                      <a:ext uri="{FF2B5EF4-FFF2-40B4-BE49-F238E27FC236}">
                        <a16:creationId xmlns:a16="http://schemas.microsoft.com/office/drawing/2014/main" id="{FBE7F691-8F57-B578-50C2-B049EA2AF111}"/>
                      </a:ext>
                    </a:extLst>
                  </p:cNvPr>
                  <p:cNvCxnSpPr>
                    <a:cxnSpLocks/>
                    <a:stCxn id="60" idx="5"/>
                  </p:cNvCxnSpPr>
                  <p:nvPr/>
                </p:nvCxnSpPr>
                <p:spPr>
                  <a:xfrm>
                    <a:off x="4049176" y="2593910"/>
                    <a:ext cx="596621" cy="1239083"/>
                  </a:xfrm>
                  <a:prstGeom prst="line">
                    <a:avLst/>
                  </a:prstGeom>
                  <a:ln w="317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直線接點 7">
                    <a:extLst>
                      <a:ext uri="{FF2B5EF4-FFF2-40B4-BE49-F238E27FC236}">
                        <a16:creationId xmlns:a16="http://schemas.microsoft.com/office/drawing/2014/main" id="{69449AC8-85FB-DA00-415C-4529C770606F}"/>
                      </a:ext>
                    </a:extLst>
                  </p:cNvPr>
                  <p:cNvCxnSpPr>
                    <a:cxnSpLocks/>
                    <a:stCxn id="60" idx="3"/>
                  </p:cNvCxnSpPr>
                  <p:nvPr/>
                </p:nvCxnSpPr>
                <p:spPr>
                  <a:xfrm flipH="1">
                    <a:off x="2712224" y="2593910"/>
                    <a:ext cx="692040" cy="2378457"/>
                  </a:xfrm>
                  <a:prstGeom prst="line">
                    <a:avLst/>
                  </a:prstGeom>
                  <a:ln w="31750">
                    <a:solidFill>
                      <a:srgbClr val="C00000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0" name="橢圓 8">
                    <a:extLst>
                      <a:ext uri="{FF2B5EF4-FFF2-40B4-BE49-F238E27FC236}">
                        <a16:creationId xmlns:a16="http://schemas.microsoft.com/office/drawing/2014/main" id="{E451BDB3-1F69-D126-95FC-0A36EC7D5CBB}"/>
                      </a:ext>
                    </a:extLst>
                  </p:cNvPr>
                  <p:cNvSpPr/>
                  <p:nvPr/>
                </p:nvSpPr>
                <p:spPr>
                  <a:xfrm>
                    <a:off x="3270699" y="1815433"/>
                    <a:ext cx="912042" cy="912041"/>
                  </a:xfrm>
                  <a:prstGeom prst="ellipse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 sz="1000" b="1" dirty="0">
                      <a:solidFill>
                        <a:schemeClr val="tx1"/>
                      </a:solidFill>
                      <a:latin typeface="Hiragino Sans GB W3" panose="020B0300000000000000" pitchFamily="34" charset="-128"/>
                      <a:ea typeface="Hiragino Sans GB W3" panose="020B0300000000000000" pitchFamily="34" charset="-128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1" name="橢圓 11">
                    <a:extLst>
                      <a:ext uri="{FF2B5EF4-FFF2-40B4-BE49-F238E27FC236}">
                        <a16:creationId xmlns:a16="http://schemas.microsoft.com/office/drawing/2014/main" id="{6A8C7504-E76F-B6C1-2983-262270FC5EFF}"/>
                      </a:ext>
                    </a:extLst>
                  </p:cNvPr>
                  <p:cNvSpPr/>
                  <p:nvPr/>
                </p:nvSpPr>
                <p:spPr>
                  <a:xfrm>
                    <a:off x="4372245" y="3795409"/>
                    <a:ext cx="912041" cy="912041"/>
                  </a:xfrm>
                  <a:prstGeom prst="ellipse">
                    <a:avLst/>
                  </a:prstGeom>
                  <a:solidFill>
                    <a:schemeClr val="bg1"/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 sz="1000" b="1" dirty="0">
                      <a:solidFill>
                        <a:schemeClr val="tx1"/>
                      </a:solidFill>
                      <a:latin typeface="Hiragino Sans GB W3" panose="020B0300000000000000" pitchFamily="34" charset="-128"/>
                      <a:ea typeface="Hiragino Sans GB W3" panose="020B0300000000000000" pitchFamily="34" charset="-128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" name="橢圓 12">
                    <a:extLst>
                      <a:ext uri="{FF2B5EF4-FFF2-40B4-BE49-F238E27FC236}">
                        <a16:creationId xmlns:a16="http://schemas.microsoft.com/office/drawing/2014/main" id="{DA410054-0884-F645-E794-A13A7C803E12}"/>
                      </a:ext>
                    </a:extLst>
                  </p:cNvPr>
                  <p:cNvSpPr/>
                  <p:nvPr/>
                </p:nvSpPr>
                <p:spPr>
                  <a:xfrm>
                    <a:off x="2104165" y="4892581"/>
                    <a:ext cx="912041" cy="912041"/>
                  </a:xfrm>
                  <a:prstGeom prst="ellipse">
                    <a:avLst/>
                  </a:prstGeom>
                  <a:solidFill>
                    <a:srgbClr val="C00000"/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 sz="1000" b="1" dirty="0">
                      <a:latin typeface="Hiragino Sans GB W3" panose="020B0300000000000000" pitchFamily="34" charset="-128"/>
                      <a:ea typeface="Hiragino Sans GB W3" panose="020B0300000000000000" pitchFamily="34" charset="-128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9" name="橢圓 20">
                  <a:extLst>
                    <a:ext uri="{FF2B5EF4-FFF2-40B4-BE49-F238E27FC236}">
                      <a16:creationId xmlns:a16="http://schemas.microsoft.com/office/drawing/2014/main" id="{B0D6BD10-9425-D6B7-DB9C-5783995D618E}"/>
                    </a:ext>
                  </a:extLst>
                </p:cNvPr>
                <p:cNvSpPr/>
                <p:nvPr/>
              </p:nvSpPr>
              <p:spPr>
                <a:xfrm rot="1990628">
                  <a:off x="1636126" y="4243929"/>
                  <a:ext cx="402522" cy="402522"/>
                </a:xfrm>
                <a:prstGeom prst="ellipse">
                  <a:avLst/>
                </a:prstGeom>
                <a:solidFill>
                  <a:schemeClr val="bg1"/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sz="1000" b="1" dirty="0">
                    <a:solidFill>
                      <a:schemeClr val="bg1">
                        <a:lumMod val="50000"/>
                      </a:schemeClr>
                    </a:solidFill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橢圓 21">
                  <a:extLst>
                    <a:ext uri="{FF2B5EF4-FFF2-40B4-BE49-F238E27FC236}">
                      <a16:creationId xmlns:a16="http://schemas.microsoft.com/office/drawing/2014/main" id="{617DF074-BFA9-49AA-2D53-1BCF8873D63C}"/>
                    </a:ext>
                  </a:extLst>
                </p:cNvPr>
                <p:cNvSpPr/>
                <p:nvPr/>
              </p:nvSpPr>
              <p:spPr>
                <a:xfrm rot="4720363">
                  <a:off x="1225730" y="5093204"/>
                  <a:ext cx="402522" cy="402522"/>
                </a:xfrm>
                <a:prstGeom prst="ellipse">
                  <a:avLst/>
                </a:prstGeom>
                <a:solidFill>
                  <a:schemeClr val="bg1"/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sz="1000" b="1" dirty="0">
                    <a:solidFill>
                      <a:schemeClr val="bg1">
                        <a:lumMod val="50000"/>
                      </a:schemeClr>
                    </a:solidFill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橢圓 22">
                  <a:extLst>
                    <a:ext uri="{FF2B5EF4-FFF2-40B4-BE49-F238E27FC236}">
                      <a16:creationId xmlns:a16="http://schemas.microsoft.com/office/drawing/2014/main" id="{8DD793AE-7503-7D72-04CF-B3AE791D920D}"/>
                    </a:ext>
                  </a:extLst>
                </p:cNvPr>
                <p:cNvSpPr/>
                <p:nvPr/>
              </p:nvSpPr>
              <p:spPr>
                <a:xfrm rot="1421956">
                  <a:off x="2321113" y="5874258"/>
                  <a:ext cx="402522" cy="402522"/>
                </a:xfrm>
                <a:prstGeom prst="ellipse">
                  <a:avLst/>
                </a:prstGeom>
                <a:solidFill>
                  <a:schemeClr val="bg1"/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sz="1000" b="1" dirty="0">
                    <a:solidFill>
                      <a:schemeClr val="bg1">
                        <a:lumMod val="50000"/>
                      </a:schemeClr>
                    </a:solidFill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" name="橢圓 23">
                  <a:extLst>
                    <a:ext uri="{FF2B5EF4-FFF2-40B4-BE49-F238E27FC236}">
                      <a16:creationId xmlns:a16="http://schemas.microsoft.com/office/drawing/2014/main" id="{5BFBE610-64DC-0FEF-C831-82ADB09532BC}"/>
                    </a:ext>
                  </a:extLst>
                </p:cNvPr>
                <p:cNvSpPr/>
                <p:nvPr/>
              </p:nvSpPr>
              <p:spPr>
                <a:xfrm rot="2497259">
                  <a:off x="1401941" y="5955220"/>
                  <a:ext cx="402522" cy="402522"/>
                </a:xfrm>
                <a:prstGeom prst="ellipse">
                  <a:avLst/>
                </a:prstGeom>
                <a:solidFill>
                  <a:schemeClr val="bg1"/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sz="1000" b="1" dirty="0">
                    <a:solidFill>
                      <a:schemeClr val="bg1">
                        <a:lumMod val="50000"/>
                      </a:schemeClr>
                    </a:solidFill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53" name="直線接點 48">
                  <a:extLst>
                    <a:ext uri="{FF2B5EF4-FFF2-40B4-BE49-F238E27FC236}">
                      <a16:creationId xmlns:a16="http://schemas.microsoft.com/office/drawing/2014/main" id="{CEEB72DE-2376-6155-0FFE-CA71AC33D872}"/>
                    </a:ext>
                  </a:extLst>
                </p:cNvPr>
                <p:cNvCxnSpPr>
                  <a:cxnSpLocks/>
                  <a:stCxn id="50" idx="0"/>
                  <a:endCxn id="62" idx="2"/>
                </p:cNvCxnSpPr>
                <p:nvPr/>
              </p:nvCxnSpPr>
              <p:spPr>
                <a:xfrm flipV="1">
                  <a:off x="1624332" y="5230687"/>
                  <a:ext cx="675955" cy="24248"/>
                </a:xfrm>
                <a:prstGeom prst="line">
                  <a:avLst/>
                </a:prstGeom>
                <a:ln w="222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線接點 49">
                  <a:extLst>
                    <a:ext uri="{FF2B5EF4-FFF2-40B4-BE49-F238E27FC236}">
                      <a16:creationId xmlns:a16="http://schemas.microsoft.com/office/drawing/2014/main" id="{74B03A66-2BDA-D445-FF2E-F5C8D493ACD3}"/>
                    </a:ext>
                  </a:extLst>
                </p:cNvPr>
                <p:cNvCxnSpPr>
                  <a:cxnSpLocks/>
                  <a:stCxn id="62" idx="1"/>
                  <a:endCxn id="49" idx="6"/>
                </p:cNvCxnSpPr>
                <p:nvPr/>
              </p:nvCxnSpPr>
              <p:spPr>
                <a:xfrm flipH="1" flipV="1">
                  <a:off x="2005839" y="4555326"/>
                  <a:ext cx="398173" cy="424945"/>
                </a:xfrm>
                <a:prstGeom prst="line">
                  <a:avLst/>
                </a:prstGeom>
                <a:ln w="222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線接點 50">
                  <a:extLst>
                    <a:ext uri="{FF2B5EF4-FFF2-40B4-BE49-F238E27FC236}">
                      <a16:creationId xmlns:a16="http://schemas.microsoft.com/office/drawing/2014/main" id="{C8C44C34-B051-9F01-717E-CA199269A534}"/>
                    </a:ext>
                  </a:extLst>
                </p:cNvPr>
                <p:cNvCxnSpPr>
                  <a:cxnSpLocks/>
                  <a:stCxn id="62" idx="3"/>
                  <a:endCxn id="52" idx="0"/>
                </p:cNvCxnSpPr>
                <p:nvPr/>
              </p:nvCxnSpPr>
              <p:spPr>
                <a:xfrm flipH="1">
                  <a:off x="1736880" y="5481103"/>
                  <a:ext cx="667132" cy="524924"/>
                </a:xfrm>
                <a:prstGeom prst="line">
                  <a:avLst/>
                </a:prstGeom>
                <a:ln w="222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線接點 51">
                  <a:extLst>
                    <a:ext uri="{FF2B5EF4-FFF2-40B4-BE49-F238E27FC236}">
                      <a16:creationId xmlns:a16="http://schemas.microsoft.com/office/drawing/2014/main" id="{5E948101-3CAA-0A98-DF3B-058437867E86}"/>
                    </a:ext>
                  </a:extLst>
                </p:cNvPr>
                <p:cNvCxnSpPr>
                  <a:cxnSpLocks/>
                  <a:stCxn id="62" idx="4"/>
                  <a:endCxn id="51" idx="0"/>
                </p:cNvCxnSpPr>
                <p:nvPr/>
              </p:nvCxnSpPr>
              <p:spPr>
                <a:xfrm flipH="1">
                  <a:off x="2603268" y="5584828"/>
                  <a:ext cx="51160" cy="306403"/>
                </a:xfrm>
                <a:prstGeom prst="line">
                  <a:avLst/>
                </a:prstGeom>
                <a:ln w="222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文字方塊 77">
                <a:extLst>
                  <a:ext uri="{FF2B5EF4-FFF2-40B4-BE49-F238E27FC236}">
                    <a16:creationId xmlns:a16="http://schemas.microsoft.com/office/drawing/2014/main" id="{1AD6F866-046C-A7AD-89C0-71013125A3D0}"/>
                  </a:ext>
                </a:extLst>
              </p:cNvPr>
              <p:cNvSpPr txBox="1"/>
              <p:nvPr/>
            </p:nvSpPr>
            <p:spPr>
              <a:xfrm>
                <a:off x="2129804" y="3570697"/>
                <a:ext cx="42191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ego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文字方塊 78">
                <a:extLst>
                  <a:ext uri="{FF2B5EF4-FFF2-40B4-BE49-F238E27FC236}">
                    <a16:creationId xmlns:a16="http://schemas.microsoft.com/office/drawing/2014/main" id="{52F887DB-0881-374E-3E89-324A9657FBD0}"/>
                  </a:ext>
                </a:extLst>
              </p:cNvPr>
              <p:cNvSpPr txBox="1"/>
              <p:nvPr/>
            </p:nvSpPr>
            <p:spPr>
              <a:xfrm>
                <a:off x="3524067" y="3762485"/>
                <a:ext cx="3529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d1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文字方塊 79">
                <a:extLst>
                  <a:ext uri="{FF2B5EF4-FFF2-40B4-BE49-F238E27FC236}">
                    <a16:creationId xmlns:a16="http://schemas.microsoft.com/office/drawing/2014/main" id="{E99C7469-6B9F-B053-7E6A-C4415EA30EF6}"/>
                  </a:ext>
                </a:extLst>
              </p:cNvPr>
              <p:cNvSpPr txBox="1"/>
              <p:nvPr/>
            </p:nvSpPr>
            <p:spPr>
              <a:xfrm>
                <a:off x="2934097" y="2147312"/>
                <a:ext cx="3529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d2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D87CE6BE-1C67-A1E9-3835-ADD05ECAB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4598" y="2409594"/>
              <a:ext cx="398318" cy="398316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D660CE4-6379-9076-F069-F7FF0BAC35BF}"/>
              </a:ext>
            </a:extLst>
          </p:cNvPr>
          <p:cNvGrpSpPr/>
          <p:nvPr/>
        </p:nvGrpSpPr>
        <p:grpSpPr>
          <a:xfrm>
            <a:off x="2593316" y="1918684"/>
            <a:ext cx="1613813" cy="1164120"/>
            <a:chOff x="5324900" y="1998725"/>
            <a:chExt cx="1680685" cy="1212358"/>
          </a:xfrm>
          <a:effectLst/>
        </p:grpSpPr>
        <p:cxnSp>
          <p:nvCxnSpPr>
            <p:cNvPr id="72" name="直線接點 4">
              <a:extLst>
                <a:ext uri="{FF2B5EF4-FFF2-40B4-BE49-F238E27FC236}">
                  <a16:creationId xmlns:a16="http://schemas.microsoft.com/office/drawing/2014/main" id="{2F651926-38F7-D5D3-D3B6-252C311D305A}"/>
                </a:ext>
              </a:extLst>
            </p:cNvPr>
            <p:cNvCxnSpPr>
              <a:cxnSpLocks/>
            </p:cNvCxnSpPr>
            <p:nvPr/>
          </p:nvCxnSpPr>
          <p:spPr>
            <a:xfrm rot="2721184" flipV="1">
              <a:off x="5920766" y="2558990"/>
              <a:ext cx="330805" cy="18218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接點 5">
              <a:extLst>
                <a:ext uri="{FF2B5EF4-FFF2-40B4-BE49-F238E27FC236}">
                  <a16:creationId xmlns:a16="http://schemas.microsoft.com/office/drawing/2014/main" id="{89823473-E1DA-7D99-BD83-44FC942832FB}"/>
                </a:ext>
              </a:extLst>
            </p:cNvPr>
            <p:cNvCxnSpPr>
              <a:cxnSpLocks/>
              <a:stCxn id="75" idx="5"/>
            </p:cNvCxnSpPr>
            <p:nvPr/>
          </p:nvCxnSpPr>
          <p:spPr>
            <a:xfrm rot="2721184">
              <a:off x="6396939" y="2351282"/>
              <a:ext cx="141027" cy="29289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接點 7">
              <a:extLst>
                <a:ext uri="{FF2B5EF4-FFF2-40B4-BE49-F238E27FC236}">
                  <a16:creationId xmlns:a16="http://schemas.microsoft.com/office/drawing/2014/main" id="{9D356717-4F00-5A8B-B12C-AA0E91B9821D}"/>
                </a:ext>
              </a:extLst>
            </p:cNvPr>
            <p:cNvCxnSpPr>
              <a:cxnSpLocks/>
              <a:stCxn id="75" idx="3"/>
            </p:cNvCxnSpPr>
            <p:nvPr/>
          </p:nvCxnSpPr>
          <p:spPr>
            <a:xfrm rot="2721184" flipH="1">
              <a:off x="6075700" y="2094440"/>
              <a:ext cx="163582" cy="562211"/>
            </a:xfrm>
            <a:prstGeom prst="line">
              <a:avLst/>
            </a:prstGeom>
            <a:ln w="317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橢圓 8">
              <a:extLst>
                <a:ext uri="{FF2B5EF4-FFF2-40B4-BE49-F238E27FC236}">
                  <a16:creationId xmlns:a16="http://schemas.microsoft.com/office/drawing/2014/main" id="{0C33427F-B965-4BE9-7317-E43C0D053E46}"/>
                </a:ext>
              </a:extLst>
            </p:cNvPr>
            <p:cNvSpPr/>
            <p:nvPr/>
          </p:nvSpPr>
          <p:spPr>
            <a:xfrm rot="2721184">
              <a:off x="6414960" y="2129064"/>
              <a:ext cx="215586" cy="21558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tx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76" name="橢圓 11">
              <a:extLst>
                <a:ext uri="{FF2B5EF4-FFF2-40B4-BE49-F238E27FC236}">
                  <a16:creationId xmlns:a16="http://schemas.microsoft.com/office/drawing/2014/main" id="{F5298765-182E-3EB8-A57F-E4AC829CDA01}"/>
                </a:ext>
              </a:extLst>
            </p:cNvPr>
            <p:cNvSpPr/>
            <p:nvPr/>
          </p:nvSpPr>
          <p:spPr>
            <a:xfrm rot="2721184">
              <a:off x="6264965" y="2643206"/>
              <a:ext cx="215585" cy="215585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tx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77" name="橢圓 12">
              <a:extLst>
                <a:ext uri="{FF2B5EF4-FFF2-40B4-BE49-F238E27FC236}">
                  <a16:creationId xmlns:a16="http://schemas.microsoft.com/office/drawing/2014/main" id="{CBD8D99F-0141-6284-870C-E2704A464CD4}"/>
                </a:ext>
              </a:extLst>
            </p:cNvPr>
            <p:cNvSpPr/>
            <p:nvPr/>
          </p:nvSpPr>
          <p:spPr>
            <a:xfrm rot="2721184">
              <a:off x="5703702" y="2444033"/>
              <a:ext cx="215585" cy="215585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D9A5B7C9-A3FF-AB9F-D0BC-841C316DF3CC}"/>
                </a:ext>
              </a:extLst>
            </p:cNvPr>
            <p:cNvSpPr txBox="1"/>
            <p:nvPr/>
          </p:nvSpPr>
          <p:spPr>
            <a:xfrm>
              <a:off x="5720025" y="2723253"/>
              <a:ext cx="35298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d1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18C708D7-08D3-E05E-8DFD-B40D9CA872CD}"/>
                </a:ext>
              </a:extLst>
            </p:cNvPr>
            <p:cNvSpPr txBox="1"/>
            <p:nvPr/>
          </p:nvSpPr>
          <p:spPr>
            <a:xfrm>
              <a:off x="6583675" y="2594865"/>
              <a:ext cx="4219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ego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0" name="文字方塊 79">
              <a:extLst>
                <a:ext uri="{FF2B5EF4-FFF2-40B4-BE49-F238E27FC236}">
                  <a16:creationId xmlns:a16="http://schemas.microsoft.com/office/drawing/2014/main" id="{638FBE07-9C65-07EE-105C-536BB96AA4C1}"/>
                </a:ext>
              </a:extLst>
            </p:cNvPr>
            <p:cNvSpPr txBox="1"/>
            <p:nvPr/>
          </p:nvSpPr>
          <p:spPr>
            <a:xfrm>
              <a:off x="6129424" y="1998725"/>
              <a:ext cx="35298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d1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1" name="橢圓 20">
              <a:extLst>
                <a:ext uri="{FF2B5EF4-FFF2-40B4-BE49-F238E27FC236}">
                  <a16:creationId xmlns:a16="http://schemas.microsoft.com/office/drawing/2014/main" id="{D5E350B4-2AEA-ED2F-F8FB-9E574535AD08}"/>
                </a:ext>
              </a:extLst>
            </p:cNvPr>
            <p:cNvSpPr/>
            <p:nvPr/>
          </p:nvSpPr>
          <p:spPr>
            <a:xfrm rot="4711812">
              <a:off x="5745571" y="2145622"/>
              <a:ext cx="122519" cy="12251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2" name="橢圓 21">
              <a:extLst>
                <a:ext uri="{FF2B5EF4-FFF2-40B4-BE49-F238E27FC236}">
                  <a16:creationId xmlns:a16="http://schemas.microsoft.com/office/drawing/2014/main" id="{AB2C169D-D3E6-ACBA-DE45-77CE3CB08DD8}"/>
                </a:ext>
              </a:extLst>
            </p:cNvPr>
            <p:cNvSpPr/>
            <p:nvPr/>
          </p:nvSpPr>
          <p:spPr>
            <a:xfrm rot="7441547">
              <a:off x="5473879" y="2238408"/>
              <a:ext cx="122519" cy="12251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3" name="橢圓 22">
              <a:extLst>
                <a:ext uri="{FF2B5EF4-FFF2-40B4-BE49-F238E27FC236}">
                  <a16:creationId xmlns:a16="http://schemas.microsoft.com/office/drawing/2014/main" id="{E1CF4938-A33D-8B7A-D2B2-BF8BF63F65EF}"/>
                </a:ext>
              </a:extLst>
            </p:cNvPr>
            <p:cNvSpPr/>
            <p:nvPr/>
          </p:nvSpPr>
          <p:spPr>
            <a:xfrm rot="4143140">
              <a:off x="5539041" y="2642678"/>
              <a:ext cx="122519" cy="12251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4" name="橢圓 23">
              <a:extLst>
                <a:ext uri="{FF2B5EF4-FFF2-40B4-BE49-F238E27FC236}">
                  <a16:creationId xmlns:a16="http://schemas.microsoft.com/office/drawing/2014/main" id="{8AC29E6F-1A75-CE31-05FE-1EEA41E147ED}"/>
                </a:ext>
              </a:extLst>
            </p:cNvPr>
            <p:cNvSpPr/>
            <p:nvPr/>
          </p:nvSpPr>
          <p:spPr>
            <a:xfrm rot="5218443">
              <a:off x="5324900" y="2460949"/>
              <a:ext cx="122519" cy="12251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85" name="直線接點 48">
              <a:extLst>
                <a:ext uri="{FF2B5EF4-FFF2-40B4-BE49-F238E27FC236}">
                  <a16:creationId xmlns:a16="http://schemas.microsoft.com/office/drawing/2014/main" id="{63EB33DE-D951-2FF5-7A14-BBC174077CAE}"/>
                </a:ext>
              </a:extLst>
            </p:cNvPr>
            <p:cNvCxnSpPr>
              <a:cxnSpLocks/>
              <a:stCxn id="82" idx="0"/>
              <a:endCxn id="77" idx="2"/>
            </p:cNvCxnSpPr>
            <p:nvPr/>
          </p:nvCxnSpPr>
          <p:spPr>
            <a:xfrm rot="2721184" flipV="1">
              <a:off x="5557954" y="2400851"/>
              <a:ext cx="205746" cy="738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接點 49">
              <a:extLst>
                <a:ext uri="{FF2B5EF4-FFF2-40B4-BE49-F238E27FC236}">
                  <a16:creationId xmlns:a16="http://schemas.microsoft.com/office/drawing/2014/main" id="{F7FBC577-B335-B8E7-FCFB-9AB1A1F139DD}"/>
                </a:ext>
              </a:extLst>
            </p:cNvPr>
            <p:cNvCxnSpPr>
              <a:cxnSpLocks/>
              <a:stCxn id="77" idx="1"/>
              <a:endCxn id="81" idx="6"/>
            </p:cNvCxnSpPr>
            <p:nvPr/>
          </p:nvCxnSpPr>
          <p:spPr>
            <a:xfrm rot="2721184" flipH="1" flipV="1">
              <a:off x="5754988" y="2290805"/>
              <a:ext cx="121195" cy="129344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接點 50">
              <a:extLst>
                <a:ext uri="{FF2B5EF4-FFF2-40B4-BE49-F238E27FC236}">
                  <a16:creationId xmlns:a16="http://schemas.microsoft.com/office/drawing/2014/main" id="{87D1062F-5ACE-F51D-831D-016162D66AA2}"/>
                </a:ext>
              </a:extLst>
            </p:cNvPr>
            <p:cNvCxnSpPr>
              <a:cxnSpLocks/>
              <a:stCxn id="77" idx="3"/>
              <a:endCxn id="84" idx="0"/>
            </p:cNvCxnSpPr>
            <p:nvPr/>
          </p:nvCxnSpPr>
          <p:spPr>
            <a:xfrm rot="2721184" flipH="1">
              <a:off x="5473989" y="2455181"/>
              <a:ext cx="203060" cy="159775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接點 51">
              <a:extLst>
                <a:ext uri="{FF2B5EF4-FFF2-40B4-BE49-F238E27FC236}">
                  <a16:creationId xmlns:a16="http://schemas.microsoft.com/office/drawing/2014/main" id="{E27C3D82-6378-168D-8FE9-65378773D61C}"/>
                </a:ext>
              </a:extLst>
            </p:cNvPr>
            <p:cNvCxnSpPr>
              <a:cxnSpLocks/>
              <a:stCxn id="77" idx="4"/>
              <a:endCxn id="83" idx="0"/>
            </p:cNvCxnSpPr>
            <p:nvPr/>
          </p:nvCxnSpPr>
          <p:spPr>
            <a:xfrm rot="2721184" flipH="1">
              <a:off x="5688372" y="2608175"/>
              <a:ext cx="15572" cy="9326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橢圓 20">
              <a:extLst>
                <a:ext uri="{FF2B5EF4-FFF2-40B4-BE49-F238E27FC236}">
                  <a16:creationId xmlns:a16="http://schemas.microsoft.com/office/drawing/2014/main" id="{6DE1B57B-43D5-79A7-7F94-BED6864DF967}"/>
                </a:ext>
              </a:extLst>
            </p:cNvPr>
            <p:cNvSpPr/>
            <p:nvPr/>
          </p:nvSpPr>
          <p:spPr>
            <a:xfrm rot="19175915">
              <a:off x="6004206" y="2872938"/>
              <a:ext cx="122519" cy="12251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90" name="橢圓 21">
              <a:extLst>
                <a:ext uri="{FF2B5EF4-FFF2-40B4-BE49-F238E27FC236}">
                  <a16:creationId xmlns:a16="http://schemas.microsoft.com/office/drawing/2014/main" id="{DA2472E9-5292-A5A2-DEE4-36B053DC60AD}"/>
                </a:ext>
              </a:extLst>
            </p:cNvPr>
            <p:cNvSpPr/>
            <p:nvPr/>
          </p:nvSpPr>
          <p:spPr>
            <a:xfrm rot="305650">
              <a:off x="6216847" y="3065835"/>
              <a:ext cx="122519" cy="12251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91" name="橢圓 22">
              <a:extLst>
                <a:ext uri="{FF2B5EF4-FFF2-40B4-BE49-F238E27FC236}">
                  <a16:creationId xmlns:a16="http://schemas.microsoft.com/office/drawing/2014/main" id="{191956C3-7B37-E9D0-8A48-EAA6B0DEF4A3}"/>
                </a:ext>
              </a:extLst>
            </p:cNvPr>
            <p:cNvSpPr/>
            <p:nvPr/>
          </p:nvSpPr>
          <p:spPr>
            <a:xfrm rot="18607243">
              <a:off x="6539140" y="2813234"/>
              <a:ext cx="122519" cy="12251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92" name="橢圓 23">
              <a:extLst>
                <a:ext uri="{FF2B5EF4-FFF2-40B4-BE49-F238E27FC236}">
                  <a16:creationId xmlns:a16="http://schemas.microsoft.com/office/drawing/2014/main" id="{BC4754C8-EB9F-66C7-E0A9-A3B3E4F2AAC3}"/>
                </a:ext>
              </a:extLst>
            </p:cNvPr>
            <p:cNvSpPr/>
            <p:nvPr/>
          </p:nvSpPr>
          <p:spPr>
            <a:xfrm rot="19682546">
              <a:off x="6483685" y="3088564"/>
              <a:ext cx="122519" cy="122519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93" name="直線接點 48">
              <a:extLst>
                <a:ext uri="{FF2B5EF4-FFF2-40B4-BE49-F238E27FC236}">
                  <a16:creationId xmlns:a16="http://schemas.microsoft.com/office/drawing/2014/main" id="{1B7A7740-823B-1116-CF52-F3D6A2D47A6D}"/>
                </a:ext>
              </a:extLst>
            </p:cNvPr>
            <p:cNvCxnSpPr>
              <a:cxnSpLocks/>
              <a:stCxn id="90" idx="0"/>
            </p:cNvCxnSpPr>
            <p:nvPr/>
          </p:nvCxnSpPr>
          <p:spPr>
            <a:xfrm rot="17185287" flipV="1">
              <a:off x="6206215" y="2962668"/>
              <a:ext cx="205746" cy="738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接點 49">
              <a:extLst>
                <a:ext uri="{FF2B5EF4-FFF2-40B4-BE49-F238E27FC236}">
                  <a16:creationId xmlns:a16="http://schemas.microsoft.com/office/drawing/2014/main" id="{F7F01123-B19C-271B-BD5E-90DE159A7F88}"/>
                </a:ext>
              </a:extLst>
            </p:cNvPr>
            <p:cNvCxnSpPr>
              <a:cxnSpLocks/>
              <a:endCxn id="89" idx="6"/>
            </p:cNvCxnSpPr>
            <p:nvPr/>
          </p:nvCxnSpPr>
          <p:spPr>
            <a:xfrm rot="17185287" flipH="1" flipV="1">
              <a:off x="6130683" y="2789978"/>
              <a:ext cx="121195" cy="129344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接點 50">
              <a:extLst>
                <a:ext uri="{FF2B5EF4-FFF2-40B4-BE49-F238E27FC236}">
                  <a16:creationId xmlns:a16="http://schemas.microsoft.com/office/drawing/2014/main" id="{650C9303-68D4-142E-6794-66A2036E3E03}"/>
                </a:ext>
              </a:extLst>
            </p:cNvPr>
            <p:cNvCxnSpPr>
              <a:cxnSpLocks/>
              <a:endCxn id="92" idx="0"/>
            </p:cNvCxnSpPr>
            <p:nvPr/>
          </p:nvCxnSpPr>
          <p:spPr>
            <a:xfrm rot="17185287" flipH="1">
              <a:off x="6363064" y="2897988"/>
              <a:ext cx="203060" cy="159775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接點 51">
              <a:extLst>
                <a:ext uri="{FF2B5EF4-FFF2-40B4-BE49-F238E27FC236}">
                  <a16:creationId xmlns:a16="http://schemas.microsoft.com/office/drawing/2014/main" id="{FB0B91EF-557B-3DF3-5A63-D7803947F11B}"/>
                </a:ext>
              </a:extLst>
            </p:cNvPr>
            <p:cNvCxnSpPr>
              <a:cxnSpLocks/>
              <a:endCxn id="91" idx="0"/>
            </p:cNvCxnSpPr>
            <p:nvPr/>
          </p:nvCxnSpPr>
          <p:spPr>
            <a:xfrm rot="17185287" flipH="1">
              <a:off x="6503241" y="2767736"/>
              <a:ext cx="15572" cy="9326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接點 51">
              <a:extLst>
                <a:ext uri="{FF2B5EF4-FFF2-40B4-BE49-F238E27FC236}">
                  <a16:creationId xmlns:a16="http://schemas.microsoft.com/office/drawing/2014/main" id="{B6D2B529-43AA-E25B-F625-F43EBB93D740}"/>
                </a:ext>
              </a:extLst>
            </p:cNvPr>
            <p:cNvCxnSpPr>
              <a:cxnSpLocks/>
              <a:stCxn id="89" idx="4"/>
              <a:endCxn id="90" idx="1"/>
            </p:cNvCxnSpPr>
            <p:nvPr/>
          </p:nvCxnSpPr>
          <p:spPr>
            <a:xfrm rot="14464103" flipH="1">
              <a:off x="6096231" y="2996004"/>
              <a:ext cx="151516" cy="6894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線接點 51">
              <a:extLst>
                <a:ext uri="{FF2B5EF4-FFF2-40B4-BE49-F238E27FC236}">
                  <a16:creationId xmlns:a16="http://schemas.microsoft.com/office/drawing/2014/main" id="{39FB9A59-9BC9-CD8C-001A-C48B4EE373ED}"/>
                </a:ext>
              </a:extLst>
            </p:cNvPr>
            <p:cNvCxnSpPr>
              <a:cxnSpLocks/>
              <a:stCxn id="90" idx="6"/>
              <a:endCxn id="92" idx="1"/>
            </p:cNvCxnSpPr>
            <p:nvPr/>
          </p:nvCxnSpPr>
          <p:spPr>
            <a:xfrm rot="14464103" flipH="1">
              <a:off x="6375330" y="3071153"/>
              <a:ext cx="73729" cy="126227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接點 51">
              <a:extLst>
                <a:ext uri="{FF2B5EF4-FFF2-40B4-BE49-F238E27FC236}">
                  <a16:creationId xmlns:a16="http://schemas.microsoft.com/office/drawing/2014/main" id="{74C87986-FC46-E728-D68B-A33273D160FA}"/>
                </a:ext>
              </a:extLst>
            </p:cNvPr>
            <p:cNvCxnSpPr>
              <a:cxnSpLocks/>
              <a:stCxn id="92" idx="7"/>
              <a:endCxn id="91" idx="3"/>
            </p:cNvCxnSpPr>
            <p:nvPr/>
          </p:nvCxnSpPr>
          <p:spPr>
            <a:xfrm rot="14464103">
              <a:off x="6525862" y="2954942"/>
              <a:ext cx="112656" cy="11579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0D363DE-2504-29B3-0734-FD43B0E34667}"/>
              </a:ext>
            </a:extLst>
          </p:cNvPr>
          <p:cNvGrpSpPr/>
          <p:nvPr/>
        </p:nvGrpSpPr>
        <p:grpSpPr>
          <a:xfrm>
            <a:off x="4292521" y="1724897"/>
            <a:ext cx="1877766" cy="1551694"/>
            <a:chOff x="6555646" y="4880729"/>
            <a:chExt cx="1698738" cy="1403754"/>
          </a:xfrm>
          <a:effectLst/>
        </p:grpSpPr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068102ED-5F35-A4C1-B91A-2CD07B420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84452" y="4880729"/>
              <a:ext cx="369932" cy="369930"/>
            </a:xfrm>
            <a:prstGeom prst="rect">
              <a:avLst/>
            </a:prstGeom>
          </p:spPr>
        </p:pic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05F2B8D6-E1C0-5224-3551-77B2C4801CB3}"/>
                </a:ext>
              </a:extLst>
            </p:cNvPr>
            <p:cNvGrpSpPr/>
            <p:nvPr/>
          </p:nvGrpSpPr>
          <p:grpSpPr>
            <a:xfrm>
              <a:off x="6555646" y="5072125"/>
              <a:ext cx="1680685" cy="1212358"/>
              <a:chOff x="5324900" y="1998725"/>
              <a:chExt cx="1680685" cy="1212358"/>
            </a:xfrm>
          </p:grpSpPr>
          <p:cxnSp>
            <p:nvCxnSpPr>
              <p:cNvPr id="107" name="直線接點 4">
                <a:extLst>
                  <a:ext uri="{FF2B5EF4-FFF2-40B4-BE49-F238E27FC236}">
                    <a16:creationId xmlns:a16="http://schemas.microsoft.com/office/drawing/2014/main" id="{446A54D2-541F-5F14-956C-B4017F7BF7C1}"/>
                  </a:ext>
                </a:extLst>
              </p:cNvPr>
              <p:cNvCxnSpPr>
                <a:cxnSpLocks/>
              </p:cNvCxnSpPr>
              <p:nvPr/>
            </p:nvCxnSpPr>
            <p:spPr>
              <a:xfrm rot="2721184" flipV="1">
                <a:off x="5920766" y="2558990"/>
                <a:ext cx="330805" cy="182181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線接點 5">
                <a:extLst>
                  <a:ext uri="{FF2B5EF4-FFF2-40B4-BE49-F238E27FC236}">
                    <a16:creationId xmlns:a16="http://schemas.microsoft.com/office/drawing/2014/main" id="{CCB5872E-0CEF-CD3D-9D45-07313CACDAAC}"/>
                  </a:ext>
                </a:extLst>
              </p:cNvPr>
              <p:cNvCxnSpPr>
                <a:cxnSpLocks/>
                <a:stCxn id="110" idx="5"/>
              </p:cNvCxnSpPr>
              <p:nvPr/>
            </p:nvCxnSpPr>
            <p:spPr>
              <a:xfrm rot="2721184">
                <a:off x="6396939" y="2351282"/>
                <a:ext cx="141027" cy="29289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線接點 7">
                <a:extLst>
                  <a:ext uri="{FF2B5EF4-FFF2-40B4-BE49-F238E27FC236}">
                    <a16:creationId xmlns:a16="http://schemas.microsoft.com/office/drawing/2014/main" id="{7F13B189-90AD-21CB-CF41-C503FB24A064}"/>
                  </a:ext>
                </a:extLst>
              </p:cNvPr>
              <p:cNvCxnSpPr>
                <a:cxnSpLocks/>
                <a:stCxn id="110" idx="3"/>
              </p:cNvCxnSpPr>
              <p:nvPr/>
            </p:nvCxnSpPr>
            <p:spPr>
              <a:xfrm rot="2721184" flipH="1">
                <a:off x="6075700" y="2094440"/>
                <a:ext cx="163582" cy="562211"/>
              </a:xfrm>
              <a:prstGeom prst="line">
                <a:avLst/>
              </a:prstGeom>
              <a:ln w="317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橢圓 8">
                <a:extLst>
                  <a:ext uri="{FF2B5EF4-FFF2-40B4-BE49-F238E27FC236}">
                    <a16:creationId xmlns:a16="http://schemas.microsoft.com/office/drawing/2014/main" id="{372FE425-B97C-FF08-3342-BD77C4E66B92}"/>
                  </a:ext>
                </a:extLst>
              </p:cNvPr>
              <p:cNvSpPr/>
              <p:nvPr/>
            </p:nvSpPr>
            <p:spPr>
              <a:xfrm rot="2721184">
                <a:off x="6414960" y="2129064"/>
                <a:ext cx="215586" cy="215585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tx1"/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" name="橢圓 11">
                <a:extLst>
                  <a:ext uri="{FF2B5EF4-FFF2-40B4-BE49-F238E27FC236}">
                    <a16:creationId xmlns:a16="http://schemas.microsoft.com/office/drawing/2014/main" id="{D51D5DE9-F41F-35B3-7E2B-73C1920A1371}"/>
                  </a:ext>
                </a:extLst>
              </p:cNvPr>
              <p:cNvSpPr/>
              <p:nvPr/>
            </p:nvSpPr>
            <p:spPr>
              <a:xfrm rot="2721184">
                <a:off x="6264965" y="2643206"/>
                <a:ext cx="215585" cy="215585"/>
              </a:xfrm>
              <a:prstGeom prst="ellipse">
                <a:avLst/>
              </a:prstGeom>
              <a:solidFill>
                <a:srgbClr val="C0000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tx1"/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" name="橢圓 12">
                <a:extLst>
                  <a:ext uri="{FF2B5EF4-FFF2-40B4-BE49-F238E27FC236}">
                    <a16:creationId xmlns:a16="http://schemas.microsoft.com/office/drawing/2014/main" id="{ED212493-21A3-947F-16A1-838ADC513A9C}"/>
                  </a:ext>
                </a:extLst>
              </p:cNvPr>
              <p:cNvSpPr/>
              <p:nvPr/>
            </p:nvSpPr>
            <p:spPr>
              <a:xfrm rot="2721184">
                <a:off x="5703702" y="2444033"/>
                <a:ext cx="215585" cy="215585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文字方塊 77">
                <a:extLst>
                  <a:ext uri="{FF2B5EF4-FFF2-40B4-BE49-F238E27FC236}">
                    <a16:creationId xmlns:a16="http://schemas.microsoft.com/office/drawing/2014/main" id="{2E018114-206A-DEE4-2F8E-02D6AD91443B}"/>
                  </a:ext>
                </a:extLst>
              </p:cNvPr>
              <p:cNvSpPr txBox="1"/>
              <p:nvPr/>
            </p:nvSpPr>
            <p:spPr>
              <a:xfrm>
                <a:off x="5720025" y="2723253"/>
                <a:ext cx="3529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d1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4" name="文字方塊 78">
                <a:extLst>
                  <a:ext uri="{FF2B5EF4-FFF2-40B4-BE49-F238E27FC236}">
                    <a16:creationId xmlns:a16="http://schemas.microsoft.com/office/drawing/2014/main" id="{64BA50C5-6131-2BBA-F260-0CA35B734E37}"/>
                  </a:ext>
                </a:extLst>
              </p:cNvPr>
              <p:cNvSpPr txBox="1"/>
              <p:nvPr/>
            </p:nvSpPr>
            <p:spPr>
              <a:xfrm>
                <a:off x="6583675" y="2594865"/>
                <a:ext cx="42191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ego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文字方塊 79">
                <a:extLst>
                  <a:ext uri="{FF2B5EF4-FFF2-40B4-BE49-F238E27FC236}">
                    <a16:creationId xmlns:a16="http://schemas.microsoft.com/office/drawing/2014/main" id="{A8EEED42-43F2-3F01-A262-6DE002BB5FCE}"/>
                  </a:ext>
                </a:extLst>
              </p:cNvPr>
              <p:cNvSpPr txBox="1"/>
              <p:nvPr/>
            </p:nvSpPr>
            <p:spPr>
              <a:xfrm>
                <a:off x="6129424" y="1998725"/>
                <a:ext cx="3529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d1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橢圓 20">
                <a:extLst>
                  <a:ext uri="{FF2B5EF4-FFF2-40B4-BE49-F238E27FC236}">
                    <a16:creationId xmlns:a16="http://schemas.microsoft.com/office/drawing/2014/main" id="{6F474F3B-FD25-51BE-A3D7-31C76BF8CC9D}"/>
                  </a:ext>
                </a:extLst>
              </p:cNvPr>
              <p:cNvSpPr/>
              <p:nvPr/>
            </p:nvSpPr>
            <p:spPr>
              <a:xfrm rot="4711812">
                <a:off x="5745571" y="2145622"/>
                <a:ext cx="122519" cy="122519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7" name="橢圓 21">
                <a:extLst>
                  <a:ext uri="{FF2B5EF4-FFF2-40B4-BE49-F238E27FC236}">
                    <a16:creationId xmlns:a16="http://schemas.microsoft.com/office/drawing/2014/main" id="{D960227D-A396-4DD7-9180-F46B102489A8}"/>
                  </a:ext>
                </a:extLst>
              </p:cNvPr>
              <p:cNvSpPr/>
              <p:nvPr/>
            </p:nvSpPr>
            <p:spPr>
              <a:xfrm rot="7441547">
                <a:off x="5473879" y="2238408"/>
                <a:ext cx="122519" cy="122519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橢圓 22">
                <a:extLst>
                  <a:ext uri="{FF2B5EF4-FFF2-40B4-BE49-F238E27FC236}">
                    <a16:creationId xmlns:a16="http://schemas.microsoft.com/office/drawing/2014/main" id="{6F248B9B-868C-7747-D164-E9146FF4DA19}"/>
                  </a:ext>
                </a:extLst>
              </p:cNvPr>
              <p:cNvSpPr/>
              <p:nvPr/>
            </p:nvSpPr>
            <p:spPr>
              <a:xfrm rot="4143140">
                <a:off x="5539041" y="2642678"/>
                <a:ext cx="122519" cy="122519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9" name="橢圓 23">
                <a:extLst>
                  <a:ext uri="{FF2B5EF4-FFF2-40B4-BE49-F238E27FC236}">
                    <a16:creationId xmlns:a16="http://schemas.microsoft.com/office/drawing/2014/main" id="{F2917C94-B12D-24AB-8C9A-904E9C43A684}"/>
                  </a:ext>
                </a:extLst>
              </p:cNvPr>
              <p:cNvSpPr/>
              <p:nvPr/>
            </p:nvSpPr>
            <p:spPr>
              <a:xfrm rot="5218443">
                <a:off x="5324900" y="2460949"/>
                <a:ext cx="122519" cy="122519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0" name="直線接點 48">
                <a:extLst>
                  <a:ext uri="{FF2B5EF4-FFF2-40B4-BE49-F238E27FC236}">
                    <a16:creationId xmlns:a16="http://schemas.microsoft.com/office/drawing/2014/main" id="{87274F0B-63F2-0824-B80C-2E1337E7DB9D}"/>
                  </a:ext>
                </a:extLst>
              </p:cNvPr>
              <p:cNvCxnSpPr>
                <a:cxnSpLocks/>
                <a:stCxn id="117" idx="0"/>
                <a:endCxn id="112" idx="2"/>
              </p:cNvCxnSpPr>
              <p:nvPr/>
            </p:nvCxnSpPr>
            <p:spPr>
              <a:xfrm rot="2721184" flipV="1">
                <a:off x="5557954" y="2400851"/>
                <a:ext cx="205746" cy="7381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接點 49">
                <a:extLst>
                  <a:ext uri="{FF2B5EF4-FFF2-40B4-BE49-F238E27FC236}">
                    <a16:creationId xmlns:a16="http://schemas.microsoft.com/office/drawing/2014/main" id="{7AF666EB-012C-2DFB-7E11-20976BDEDC2D}"/>
                  </a:ext>
                </a:extLst>
              </p:cNvPr>
              <p:cNvCxnSpPr>
                <a:cxnSpLocks/>
                <a:stCxn id="112" idx="1"/>
                <a:endCxn id="116" idx="6"/>
              </p:cNvCxnSpPr>
              <p:nvPr/>
            </p:nvCxnSpPr>
            <p:spPr>
              <a:xfrm rot="2721184" flipH="1" flipV="1">
                <a:off x="5754988" y="2290805"/>
                <a:ext cx="121195" cy="129344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線接點 50">
                <a:extLst>
                  <a:ext uri="{FF2B5EF4-FFF2-40B4-BE49-F238E27FC236}">
                    <a16:creationId xmlns:a16="http://schemas.microsoft.com/office/drawing/2014/main" id="{2C813FC6-3901-4DBF-0889-F0F48F9A36F6}"/>
                  </a:ext>
                </a:extLst>
              </p:cNvPr>
              <p:cNvCxnSpPr>
                <a:cxnSpLocks/>
                <a:stCxn id="112" idx="3"/>
                <a:endCxn id="119" idx="0"/>
              </p:cNvCxnSpPr>
              <p:nvPr/>
            </p:nvCxnSpPr>
            <p:spPr>
              <a:xfrm rot="2721184" flipH="1">
                <a:off x="5473989" y="2455181"/>
                <a:ext cx="203060" cy="159775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接點 51">
                <a:extLst>
                  <a:ext uri="{FF2B5EF4-FFF2-40B4-BE49-F238E27FC236}">
                    <a16:creationId xmlns:a16="http://schemas.microsoft.com/office/drawing/2014/main" id="{42982EAF-F28F-5935-D458-5D750F1817DF}"/>
                  </a:ext>
                </a:extLst>
              </p:cNvPr>
              <p:cNvCxnSpPr>
                <a:cxnSpLocks/>
                <a:stCxn id="112" idx="4"/>
                <a:endCxn id="118" idx="0"/>
              </p:cNvCxnSpPr>
              <p:nvPr/>
            </p:nvCxnSpPr>
            <p:spPr>
              <a:xfrm rot="2721184" flipH="1">
                <a:off x="5688372" y="2608175"/>
                <a:ext cx="15572" cy="93262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" name="橢圓 20">
                <a:extLst>
                  <a:ext uri="{FF2B5EF4-FFF2-40B4-BE49-F238E27FC236}">
                    <a16:creationId xmlns:a16="http://schemas.microsoft.com/office/drawing/2014/main" id="{68E5CED4-3FB2-3582-E8DE-0C5960C2F469}"/>
                  </a:ext>
                </a:extLst>
              </p:cNvPr>
              <p:cNvSpPr/>
              <p:nvPr/>
            </p:nvSpPr>
            <p:spPr>
              <a:xfrm rot="19175915">
                <a:off x="6004206" y="2872938"/>
                <a:ext cx="122519" cy="122519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" name="橢圓 21">
                <a:extLst>
                  <a:ext uri="{FF2B5EF4-FFF2-40B4-BE49-F238E27FC236}">
                    <a16:creationId xmlns:a16="http://schemas.microsoft.com/office/drawing/2014/main" id="{A7EFD7A0-49C8-7BFE-6895-B6087A5190B2}"/>
                  </a:ext>
                </a:extLst>
              </p:cNvPr>
              <p:cNvSpPr/>
              <p:nvPr/>
            </p:nvSpPr>
            <p:spPr>
              <a:xfrm rot="305650">
                <a:off x="6216847" y="3065835"/>
                <a:ext cx="122519" cy="122519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6" name="橢圓 22">
                <a:extLst>
                  <a:ext uri="{FF2B5EF4-FFF2-40B4-BE49-F238E27FC236}">
                    <a16:creationId xmlns:a16="http://schemas.microsoft.com/office/drawing/2014/main" id="{D7B61F21-5475-974D-9E4C-6EB65663724A}"/>
                  </a:ext>
                </a:extLst>
              </p:cNvPr>
              <p:cNvSpPr/>
              <p:nvPr/>
            </p:nvSpPr>
            <p:spPr>
              <a:xfrm rot="18607243">
                <a:off x="6539140" y="2813234"/>
                <a:ext cx="122519" cy="122519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7" name="橢圓 23">
                <a:extLst>
                  <a:ext uri="{FF2B5EF4-FFF2-40B4-BE49-F238E27FC236}">
                    <a16:creationId xmlns:a16="http://schemas.microsoft.com/office/drawing/2014/main" id="{46AFF82B-05EA-2FBA-46E0-D5AB3D2A81E8}"/>
                  </a:ext>
                </a:extLst>
              </p:cNvPr>
              <p:cNvSpPr/>
              <p:nvPr/>
            </p:nvSpPr>
            <p:spPr>
              <a:xfrm rot="19682546">
                <a:off x="6483685" y="3088564"/>
                <a:ext cx="122519" cy="122519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8" name="直線接點 48">
                <a:extLst>
                  <a:ext uri="{FF2B5EF4-FFF2-40B4-BE49-F238E27FC236}">
                    <a16:creationId xmlns:a16="http://schemas.microsoft.com/office/drawing/2014/main" id="{083BC552-7456-AC85-0360-3807B4D83208}"/>
                  </a:ext>
                </a:extLst>
              </p:cNvPr>
              <p:cNvCxnSpPr>
                <a:cxnSpLocks/>
                <a:stCxn id="125" idx="0"/>
              </p:cNvCxnSpPr>
              <p:nvPr/>
            </p:nvCxnSpPr>
            <p:spPr>
              <a:xfrm rot="17185287" flipV="1">
                <a:off x="6206215" y="2962668"/>
                <a:ext cx="205746" cy="7381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線接點 49">
                <a:extLst>
                  <a:ext uri="{FF2B5EF4-FFF2-40B4-BE49-F238E27FC236}">
                    <a16:creationId xmlns:a16="http://schemas.microsoft.com/office/drawing/2014/main" id="{78839468-29E0-7D96-65C3-89E7BAFD4CF0}"/>
                  </a:ext>
                </a:extLst>
              </p:cNvPr>
              <p:cNvCxnSpPr>
                <a:cxnSpLocks/>
                <a:endCxn id="124" idx="6"/>
              </p:cNvCxnSpPr>
              <p:nvPr/>
            </p:nvCxnSpPr>
            <p:spPr>
              <a:xfrm rot="17185287" flipH="1" flipV="1">
                <a:off x="6130683" y="2789978"/>
                <a:ext cx="121195" cy="129344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線接點 50">
                <a:extLst>
                  <a:ext uri="{FF2B5EF4-FFF2-40B4-BE49-F238E27FC236}">
                    <a16:creationId xmlns:a16="http://schemas.microsoft.com/office/drawing/2014/main" id="{F84C8722-CAEF-835B-B85F-284A25F4407A}"/>
                  </a:ext>
                </a:extLst>
              </p:cNvPr>
              <p:cNvCxnSpPr>
                <a:cxnSpLocks/>
                <a:endCxn id="127" idx="0"/>
              </p:cNvCxnSpPr>
              <p:nvPr/>
            </p:nvCxnSpPr>
            <p:spPr>
              <a:xfrm rot="17185287" flipH="1">
                <a:off x="6363064" y="2897988"/>
                <a:ext cx="203060" cy="159775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線接點 51">
                <a:extLst>
                  <a:ext uri="{FF2B5EF4-FFF2-40B4-BE49-F238E27FC236}">
                    <a16:creationId xmlns:a16="http://schemas.microsoft.com/office/drawing/2014/main" id="{46CCDF47-5B5C-E81F-3C85-A51E7FA82803}"/>
                  </a:ext>
                </a:extLst>
              </p:cNvPr>
              <p:cNvCxnSpPr>
                <a:cxnSpLocks/>
                <a:endCxn id="126" idx="0"/>
              </p:cNvCxnSpPr>
              <p:nvPr/>
            </p:nvCxnSpPr>
            <p:spPr>
              <a:xfrm rot="17185287" flipH="1">
                <a:off x="6503241" y="2767736"/>
                <a:ext cx="15572" cy="93262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線接點 51">
                <a:extLst>
                  <a:ext uri="{FF2B5EF4-FFF2-40B4-BE49-F238E27FC236}">
                    <a16:creationId xmlns:a16="http://schemas.microsoft.com/office/drawing/2014/main" id="{2E03DAAE-5B92-1528-D6A5-1E9FF2578AFC}"/>
                  </a:ext>
                </a:extLst>
              </p:cNvPr>
              <p:cNvCxnSpPr>
                <a:cxnSpLocks/>
                <a:stCxn id="124" idx="4"/>
                <a:endCxn id="125" idx="1"/>
              </p:cNvCxnSpPr>
              <p:nvPr/>
            </p:nvCxnSpPr>
            <p:spPr>
              <a:xfrm rot="14464103" flipH="1">
                <a:off x="6096231" y="2996004"/>
                <a:ext cx="151516" cy="68942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線接點 51">
                <a:extLst>
                  <a:ext uri="{FF2B5EF4-FFF2-40B4-BE49-F238E27FC236}">
                    <a16:creationId xmlns:a16="http://schemas.microsoft.com/office/drawing/2014/main" id="{01252AB2-B0D1-4DFC-11F7-8951124D1911}"/>
                  </a:ext>
                </a:extLst>
              </p:cNvPr>
              <p:cNvCxnSpPr>
                <a:cxnSpLocks/>
                <a:stCxn id="125" idx="6"/>
                <a:endCxn id="127" idx="1"/>
              </p:cNvCxnSpPr>
              <p:nvPr/>
            </p:nvCxnSpPr>
            <p:spPr>
              <a:xfrm rot="14464103" flipH="1">
                <a:off x="6375330" y="3071153"/>
                <a:ext cx="73729" cy="126227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線接點 51">
                <a:extLst>
                  <a:ext uri="{FF2B5EF4-FFF2-40B4-BE49-F238E27FC236}">
                    <a16:creationId xmlns:a16="http://schemas.microsoft.com/office/drawing/2014/main" id="{B110572E-49B8-EF8D-8FBC-B8ADA8C821DA}"/>
                  </a:ext>
                </a:extLst>
              </p:cNvPr>
              <p:cNvCxnSpPr>
                <a:cxnSpLocks/>
                <a:stCxn id="127" idx="7"/>
                <a:endCxn id="126" idx="3"/>
              </p:cNvCxnSpPr>
              <p:nvPr/>
            </p:nvCxnSpPr>
            <p:spPr>
              <a:xfrm rot="14464103">
                <a:off x="6525862" y="2954942"/>
                <a:ext cx="112656" cy="115791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968DA846-5EE4-EC97-8F7C-327F7D1E0D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964667" y="3700912"/>
            <a:ext cx="4157563" cy="2938797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3A749945-F726-9486-C523-19D8F40EC2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74"/>
          <a:stretch>
            <a:fillRect/>
          </a:stretch>
        </p:blipFill>
        <p:spPr>
          <a:xfrm>
            <a:off x="-4868110" y="1272168"/>
            <a:ext cx="4157563" cy="283965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01960D0-25CC-8121-E39D-89E5B2EC0BF2}"/>
              </a:ext>
            </a:extLst>
          </p:cNvPr>
          <p:cNvGrpSpPr/>
          <p:nvPr/>
        </p:nvGrpSpPr>
        <p:grpSpPr>
          <a:xfrm>
            <a:off x="6431342" y="1694383"/>
            <a:ext cx="3610244" cy="3469233"/>
            <a:chOff x="1967346" y="1427018"/>
            <a:chExt cx="4008114" cy="3851564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7C46CAAF-708A-D83B-DFF4-61412C4ABFEB}"/>
                </a:ext>
              </a:extLst>
            </p:cNvPr>
            <p:cNvSpPr/>
            <p:nvPr/>
          </p:nvSpPr>
          <p:spPr>
            <a:xfrm>
              <a:off x="1967346" y="1427018"/>
              <a:ext cx="4008114" cy="38515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65100" dist="50800" dir="27000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CE188D19-4D43-12B0-3386-1A80AAA5B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12771" y="1587028"/>
              <a:ext cx="1618189" cy="1580750"/>
            </a:xfrm>
            <a:prstGeom prst="rect">
              <a:avLst/>
            </a:prstGeom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734680C9-003C-80A1-E8FF-B7991BE01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14769" y="1599508"/>
              <a:ext cx="1751305" cy="1555791"/>
            </a:xfrm>
            <a:prstGeom prst="rect">
              <a:avLst/>
            </a:prstGeom>
          </p:spPr>
        </p:pic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A435FFA3-EFC3-10B6-988C-BE5F67840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112771" y="3505750"/>
              <a:ext cx="1751305" cy="1555791"/>
            </a:xfrm>
            <a:prstGeom prst="rect">
              <a:avLst/>
            </a:prstGeom>
          </p:spPr>
        </p:pic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FBE15365-980A-E5D4-3D1F-CFAE5788BE4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114770" y="3499371"/>
              <a:ext cx="1752201" cy="15641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9258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6CE9D0B-8DBB-F864-C589-6086466C56E7}"/>
              </a:ext>
            </a:extLst>
          </p:cNvPr>
          <p:cNvGrpSpPr/>
          <p:nvPr/>
        </p:nvGrpSpPr>
        <p:grpSpPr>
          <a:xfrm>
            <a:off x="2576336" y="2548487"/>
            <a:ext cx="7412679" cy="3469233"/>
            <a:chOff x="1967345" y="1427018"/>
            <a:chExt cx="8229600" cy="38515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00A271E-5B97-1600-EDE0-3FEDC629E11A}"/>
                </a:ext>
              </a:extLst>
            </p:cNvPr>
            <p:cNvSpPr/>
            <p:nvPr/>
          </p:nvSpPr>
          <p:spPr>
            <a:xfrm>
              <a:off x="1967345" y="1427018"/>
              <a:ext cx="8229600" cy="38515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65100" dist="50800" dir="27000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A8B5A8E-82C2-1449-3D6E-A1E1CF8D2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12771" y="1587028"/>
              <a:ext cx="1618189" cy="158075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952B259-1BDC-1879-45A5-2D7BAC156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9883" y="1576825"/>
              <a:ext cx="1618189" cy="160115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049D883-AEA3-009E-1EF9-B80E9CED1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769" y="1599508"/>
              <a:ext cx="1751305" cy="155579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ED2A87F-5344-66B8-69D3-5064E68923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12771" y="3505750"/>
              <a:ext cx="1751305" cy="155579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027B227-41AD-ADE8-30C8-703FAA5D6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9496" y="3501589"/>
              <a:ext cx="1752201" cy="156411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C3D5713-EE2A-97D9-2BBD-B4F96FFA5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53362" y="3505750"/>
              <a:ext cx="1766848" cy="155579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853B815-A87C-CCC3-B7F7-EDE738AE7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50984" y="3499137"/>
              <a:ext cx="1752201" cy="156901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B38AE18-0A81-7647-36A5-BEC33FB86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251880" y="1600209"/>
              <a:ext cx="1751305" cy="1554388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48C5928-BADD-74C8-D31F-FFD7D75E176A}"/>
              </a:ext>
            </a:extLst>
          </p:cNvPr>
          <p:cNvGrpSpPr/>
          <p:nvPr/>
        </p:nvGrpSpPr>
        <p:grpSpPr>
          <a:xfrm rot="20852940">
            <a:off x="1751638" y="744277"/>
            <a:ext cx="1936609" cy="1431164"/>
            <a:chOff x="644968" y="1308181"/>
            <a:chExt cx="1612271" cy="1191476"/>
          </a:xfrm>
          <a:effectLst>
            <a:outerShdw blurRad="165100" dist="50800" dir="2700000" algn="ctr" rotWithShape="0">
              <a:schemeClr val="bg1">
                <a:lumMod val="75000"/>
                <a:alpha val="40000"/>
              </a:schemeClr>
            </a:outerShdw>
          </a:effectLst>
        </p:grpSpPr>
        <p:sp>
          <p:nvSpPr>
            <p:cNvPr id="17" name="橢圓 20">
              <a:extLst>
                <a:ext uri="{FF2B5EF4-FFF2-40B4-BE49-F238E27FC236}">
                  <a16:creationId xmlns:a16="http://schemas.microsoft.com/office/drawing/2014/main" id="{124187A0-2AFE-6C24-96D7-681A2CEF9E60}"/>
                </a:ext>
              </a:extLst>
            </p:cNvPr>
            <p:cNvSpPr/>
            <p:nvPr/>
          </p:nvSpPr>
          <p:spPr>
            <a:xfrm rot="10499338">
              <a:off x="2134720" y="1761652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8" name="橢圓 21">
              <a:extLst>
                <a:ext uri="{FF2B5EF4-FFF2-40B4-BE49-F238E27FC236}">
                  <a16:creationId xmlns:a16="http://schemas.microsoft.com/office/drawing/2014/main" id="{7FD63D72-EDF6-E1FD-E975-A7E3BF7B92A7}"/>
                </a:ext>
              </a:extLst>
            </p:cNvPr>
            <p:cNvSpPr/>
            <p:nvPr/>
          </p:nvSpPr>
          <p:spPr>
            <a:xfrm rot="13229073">
              <a:off x="2073085" y="1481248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9" name="橢圓 22">
              <a:extLst>
                <a:ext uri="{FF2B5EF4-FFF2-40B4-BE49-F238E27FC236}">
                  <a16:creationId xmlns:a16="http://schemas.microsoft.com/office/drawing/2014/main" id="{6DB09586-2A1A-3EF0-3DAB-ACF1CF48AE02}"/>
                </a:ext>
              </a:extLst>
            </p:cNvPr>
            <p:cNvSpPr/>
            <p:nvPr/>
          </p:nvSpPr>
          <p:spPr>
            <a:xfrm rot="9930666">
              <a:off x="1664051" y="1500520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20" name="橢圓 23">
              <a:extLst>
                <a:ext uri="{FF2B5EF4-FFF2-40B4-BE49-F238E27FC236}">
                  <a16:creationId xmlns:a16="http://schemas.microsoft.com/office/drawing/2014/main" id="{081484D3-9344-6332-78AB-1D04F5F7B58A}"/>
                </a:ext>
              </a:extLst>
            </p:cNvPr>
            <p:cNvSpPr/>
            <p:nvPr/>
          </p:nvSpPr>
          <p:spPr>
            <a:xfrm rot="11005969">
              <a:off x="1868715" y="1308181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21" name="直線接點 48">
              <a:extLst>
                <a:ext uri="{FF2B5EF4-FFF2-40B4-BE49-F238E27FC236}">
                  <a16:creationId xmlns:a16="http://schemas.microsoft.com/office/drawing/2014/main" id="{AF3F82B9-6DBC-3D94-0FA3-2ADE6DA13095}"/>
                </a:ext>
              </a:extLst>
            </p:cNvPr>
            <p:cNvCxnSpPr>
              <a:cxnSpLocks/>
              <a:stCxn id="18" idx="0"/>
            </p:cNvCxnSpPr>
            <p:nvPr/>
          </p:nvCxnSpPr>
          <p:spPr>
            <a:xfrm rot="8508710" flipV="1">
              <a:off x="1913125" y="1651910"/>
              <a:ext cx="205746" cy="738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49">
              <a:extLst>
                <a:ext uri="{FF2B5EF4-FFF2-40B4-BE49-F238E27FC236}">
                  <a16:creationId xmlns:a16="http://schemas.microsoft.com/office/drawing/2014/main" id="{37902C52-CA21-0380-40B6-33478C6A9F04}"/>
                </a:ext>
              </a:extLst>
            </p:cNvPr>
            <p:cNvCxnSpPr>
              <a:cxnSpLocks/>
              <a:endCxn id="17" idx="6"/>
            </p:cNvCxnSpPr>
            <p:nvPr/>
          </p:nvCxnSpPr>
          <p:spPr>
            <a:xfrm rot="8508710" flipH="1" flipV="1">
              <a:off x="1986745" y="1750224"/>
              <a:ext cx="121195" cy="129344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50">
              <a:extLst>
                <a:ext uri="{FF2B5EF4-FFF2-40B4-BE49-F238E27FC236}">
                  <a16:creationId xmlns:a16="http://schemas.microsoft.com/office/drawing/2014/main" id="{0805A3A4-C6EF-FAB2-CD58-E0E214CEC78A}"/>
                </a:ext>
              </a:extLst>
            </p:cNvPr>
            <p:cNvCxnSpPr>
              <a:cxnSpLocks/>
              <a:endCxn id="20" idx="0"/>
            </p:cNvCxnSpPr>
            <p:nvPr/>
          </p:nvCxnSpPr>
          <p:spPr>
            <a:xfrm rot="8508710" flipH="1">
              <a:off x="1794366" y="1476264"/>
              <a:ext cx="203060" cy="159775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51">
              <a:extLst>
                <a:ext uri="{FF2B5EF4-FFF2-40B4-BE49-F238E27FC236}">
                  <a16:creationId xmlns:a16="http://schemas.microsoft.com/office/drawing/2014/main" id="{8814BFD4-4975-A658-7E9D-0AFF1ED3E485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 rot="8508710" flipH="1">
              <a:off x="1755561" y="1615925"/>
              <a:ext cx="15572" cy="9326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51">
              <a:extLst>
                <a:ext uri="{FF2B5EF4-FFF2-40B4-BE49-F238E27FC236}">
                  <a16:creationId xmlns:a16="http://schemas.microsoft.com/office/drawing/2014/main" id="{40BAE640-3F2B-474B-7D21-BF0B4A7DC7DE}"/>
                </a:ext>
              </a:extLst>
            </p:cNvPr>
            <p:cNvCxnSpPr>
              <a:cxnSpLocks/>
              <a:stCxn id="17" idx="4"/>
              <a:endCxn id="18" idx="1"/>
            </p:cNvCxnSpPr>
            <p:nvPr/>
          </p:nvCxnSpPr>
          <p:spPr>
            <a:xfrm rot="5787526" flipH="1">
              <a:off x="2089139" y="1648260"/>
              <a:ext cx="151516" cy="6894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51">
              <a:extLst>
                <a:ext uri="{FF2B5EF4-FFF2-40B4-BE49-F238E27FC236}">
                  <a16:creationId xmlns:a16="http://schemas.microsoft.com/office/drawing/2014/main" id="{C94B46C4-4929-930F-2A9B-A955056D07BC}"/>
                </a:ext>
              </a:extLst>
            </p:cNvPr>
            <p:cNvCxnSpPr>
              <a:cxnSpLocks/>
              <a:stCxn id="18" idx="6"/>
              <a:endCxn id="20" idx="1"/>
            </p:cNvCxnSpPr>
            <p:nvPr/>
          </p:nvCxnSpPr>
          <p:spPr>
            <a:xfrm rot="5787526" flipH="1">
              <a:off x="1992321" y="1395891"/>
              <a:ext cx="73729" cy="126227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51">
              <a:extLst>
                <a:ext uri="{FF2B5EF4-FFF2-40B4-BE49-F238E27FC236}">
                  <a16:creationId xmlns:a16="http://schemas.microsoft.com/office/drawing/2014/main" id="{B9D817D8-D022-F7F5-38E3-4C6B202CD17A}"/>
                </a:ext>
              </a:extLst>
            </p:cNvPr>
            <p:cNvCxnSpPr>
              <a:cxnSpLocks/>
              <a:stCxn id="20" idx="7"/>
              <a:endCxn id="19" idx="3"/>
            </p:cNvCxnSpPr>
            <p:nvPr/>
          </p:nvCxnSpPr>
          <p:spPr>
            <a:xfrm rot="5787526">
              <a:off x="1763948" y="1401649"/>
              <a:ext cx="112656" cy="11579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4">
              <a:extLst>
                <a:ext uri="{FF2B5EF4-FFF2-40B4-BE49-F238E27FC236}">
                  <a16:creationId xmlns:a16="http://schemas.microsoft.com/office/drawing/2014/main" id="{26BFD496-006C-F3EE-B351-FF630761E9CE}"/>
                </a:ext>
              </a:extLst>
            </p:cNvPr>
            <p:cNvCxnSpPr>
              <a:cxnSpLocks/>
            </p:cNvCxnSpPr>
            <p:nvPr/>
          </p:nvCxnSpPr>
          <p:spPr>
            <a:xfrm rot="2721184" flipV="1">
              <a:off x="1240834" y="2112439"/>
              <a:ext cx="330805" cy="18218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5">
              <a:extLst>
                <a:ext uri="{FF2B5EF4-FFF2-40B4-BE49-F238E27FC236}">
                  <a16:creationId xmlns:a16="http://schemas.microsoft.com/office/drawing/2014/main" id="{3FCF6078-F242-8DC4-800E-7E7C03C949BB}"/>
                </a:ext>
              </a:extLst>
            </p:cNvPr>
            <p:cNvCxnSpPr>
              <a:cxnSpLocks/>
              <a:stCxn id="31" idx="5"/>
            </p:cNvCxnSpPr>
            <p:nvPr/>
          </p:nvCxnSpPr>
          <p:spPr>
            <a:xfrm rot="2721184">
              <a:off x="1717007" y="1904731"/>
              <a:ext cx="141027" cy="29289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7">
              <a:extLst>
                <a:ext uri="{FF2B5EF4-FFF2-40B4-BE49-F238E27FC236}">
                  <a16:creationId xmlns:a16="http://schemas.microsoft.com/office/drawing/2014/main" id="{51E87A46-F5CE-36C4-78EC-219937AA8C6E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 rot="2721184" flipH="1">
              <a:off x="1395768" y="1647889"/>
              <a:ext cx="163582" cy="562211"/>
            </a:xfrm>
            <a:prstGeom prst="line">
              <a:avLst/>
            </a:prstGeom>
            <a:ln w="317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橢圓 8">
              <a:extLst>
                <a:ext uri="{FF2B5EF4-FFF2-40B4-BE49-F238E27FC236}">
                  <a16:creationId xmlns:a16="http://schemas.microsoft.com/office/drawing/2014/main" id="{36FB4FCB-8E4C-CBBC-7968-32F07371DC3B}"/>
                </a:ext>
              </a:extLst>
            </p:cNvPr>
            <p:cNvSpPr/>
            <p:nvPr/>
          </p:nvSpPr>
          <p:spPr>
            <a:xfrm rot="2721184">
              <a:off x="1735028" y="1682513"/>
              <a:ext cx="215586" cy="21558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tx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32" name="橢圓 11">
              <a:extLst>
                <a:ext uri="{FF2B5EF4-FFF2-40B4-BE49-F238E27FC236}">
                  <a16:creationId xmlns:a16="http://schemas.microsoft.com/office/drawing/2014/main" id="{36675CE6-ED09-254B-D94D-C5702B2612E5}"/>
                </a:ext>
              </a:extLst>
            </p:cNvPr>
            <p:cNvSpPr/>
            <p:nvPr/>
          </p:nvSpPr>
          <p:spPr>
            <a:xfrm rot="2721184">
              <a:off x="1585033" y="2196655"/>
              <a:ext cx="215585" cy="21558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tx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33" name="橢圓 12">
              <a:extLst>
                <a:ext uri="{FF2B5EF4-FFF2-40B4-BE49-F238E27FC236}">
                  <a16:creationId xmlns:a16="http://schemas.microsoft.com/office/drawing/2014/main" id="{211BAF42-3CED-FFD9-2760-7BB438C4BB7D}"/>
                </a:ext>
              </a:extLst>
            </p:cNvPr>
            <p:cNvSpPr/>
            <p:nvPr/>
          </p:nvSpPr>
          <p:spPr>
            <a:xfrm rot="2721184">
              <a:off x="1023770" y="1997482"/>
              <a:ext cx="215585" cy="215585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34" name="橢圓 20">
              <a:extLst>
                <a:ext uri="{FF2B5EF4-FFF2-40B4-BE49-F238E27FC236}">
                  <a16:creationId xmlns:a16="http://schemas.microsoft.com/office/drawing/2014/main" id="{456D3DA0-C743-1A6D-D266-65265988B0B3}"/>
                </a:ext>
              </a:extLst>
            </p:cNvPr>
            <p:cNvSpPr/>
            <p:nvPr/>
          </p:nvSpPr>
          <p:spPr>
            <a:xfrm rot="4711812">
              <a:off x="1065639" y="1699071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35" name="橢圓 21">
              <a:extLst>
                <a:ext uri="{FF2B5EF4-FFF2-40B4-BE49-F238E27FC236}">
                  <a16:creationId xmlns:a16="http://schemas.microsoft.com/office/drawing/2014/main" id="{47F45342-39DC-29EE-E730-13A24F9D554B}"/>
                </a:ext>
              </a:extLst>
            </p:cNvPr>
            <p:cNvSpPr/>
            <p:nvPr/>
          </p:nvSpPr>
          <p:spPr>
            <a:xfrm rot="7441547">
              <a:off x="793947" y="1791857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36" name="橢圓 22">
              <a:extLst>
                <a:ext uri="{FF2B5EF4-FFF2-40B4-BE49-F238E27FC236}">
                  <a16:creationId xmlns:a16="http://schemas.microsoft.com/office/drawing/2014/main" id="{ED6A6560-D7E6-FDD9-382D-BC3EAF53E0FF}"/>
                </a:ext>
              </a:extLst>
            </p:cNvPr>
            <p:cNvSpPr/>
            <p:nvPr/>
          </p:nvSpPr>
          <p:spPr>
            <a:xfrm rot="4143140">
              <a:off x="859109" y="2196127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37" name="橢圓 23">
              <a:extLst>
                <a:ext uri="{FF2B5EF4-FFF2-40B4-BE49-F238E27FC236}">
                  <a16:creationId xmlns:a16="http://schemas.microsoft.com/office/drawing/2014/main" id="{5D13A5BC-1E15-D1BF-37C4-4865355999F2}"/>
                </a:ext>
              </a:extLst>
            </p:cNvPr>
            <p:cNvSpPr/>
            <p:nvPr/>
          </p:nvSpPr>
          <p:spPr>
            <a:xfrm rot="5218443">
              <a:off x="644968" y="2014398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38" name="直線接點 48">
              <a:extLst>
                <a:ext uri="{FF2B5EF4-FFF2-40B4-BE49-F238E27FC236}">
                  <a16:creationId xmlns:a16="http://schemas.microsoft.com/office/drawing/2014/main" id="{FC44888A-2526-58F8-C0C5-F27D369FEDD7}"/>
                </a:ext>
              </a:extLst>
            </p:cNvPr>
            <p:cNvCxnSpPr>
              <a:cxnSpLocks/>
              <a:stCxn id="35" idx="0"/>
              <a:endCxn id="33" idx="2"/>
            </p:cNvCxnSpPr>
            <p:nvPr/>
          </p:nvCxnSpPr>
          <p:spPr>
            <a:xfrm rot="2721184" flipV="1">
              <a:off x="878022" y="1954300"/>
              <a:ext cx="205746" cy="738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49">
              <a:extLst>
                <a:ext uri="{FF2B5EF4-FFF2-40B4-BE49-F238E27FC236}">
                  <a16:creationId xmlns:a16="http://schemas.microsoft.com/office/drawing/2014/main" id="{D5320175-CA7E-70BA-79A1-38E87EB257A5}"/>
                </a:ext>
              </a:extLst>
            </p:cNvPr>
            <p:cNvCxnSpPr>
              <a:cxnSpLocks/>
              <a:stCxn id="33" idx="1"/>
              <a:endCxn id="34" idx="6"/>
            </p:cNvCxnSpPr>
            <p:nvPr/>
          </p:nvCxnSpPr>
          <p:spPr>
            <a:xfrm rot="2721184" flipH="1" flipV="1">
              <a:off x="1075056" y="1844254"/>
              <a:ext cx="121195" cy="129344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50">
              <a:extLst>
                <a:ext uri="{FF2B5EF4-FFF2-40B4-BE49-F238E27FC236}">
                  <a16:creationId xmlns:a16="http://schemas.microsoft.com/office/drawing/2014/main" id="{728F98E3-0E12-653D-E997-CB2260FB1060}"/>
                </a:ext>
              </a:extLst>
            </p:cNvPr>
            <p:cNvCxnSpPr>
              <a:cxnSpLocks/>
              <a:stCxn id="33" idx="3"/>
              <a:endCxn id="37" idx="0"/>
            </p:cNvCxnSpPr>
            <p:nvPr/>
          </p:nvCxnSpPr>
          <p:spPr>
            <a:xfrm rot="2721184" flipH="1">
              <a:off x="794057" y="2008630"/>
              <a:ext cx="203060" cy="159775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51">
              <a:extLst>
                <a:ext uri="{FF2B5EF4-FFF2-40B4-BE49-F238E27FC236}">
                  <a16:creationId xmlns:a16="http://schemas.microsoft.com/office/drawing/2014/main" id="{6B0A6CD0-BDA3-4683-ABC5-A7CD1C0CD575}"/>
                </a:ext>
              </a:extLst>
            </p:cNvPr>
            <p:cNvCxnSpPr>
              <a:cxnSpLocks/>
              <a:stCxn id="33" idx="4"/>
              <a:endCxn id="36" idx="0"/>
            </p:cNvCxnSpPr>
            <p:nvPr/>
          </p:nvCxnSpPr>
          <p:spPr>
            <a:xfrm rot="2721184" flipH="1">
              <a:off x="1008440" y="2161624"/>
              <a:ext cx="15572" cy="9326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字方塊 77">
              <a:extLst>
                <a:ext uri="{FF2B5EF4-FFF2-40B4-BE49-F238E27FC236}">
                  <a16:creationId xmlns:a16="http://schemas.microsoft.com/office/drawing/2014/main" id="{61393644-26B9-E88A-896D-F91B27C76969}"/>
                </a:ext>
              </a:extLst>
            </p:cNvPr>
            <p:cNvSpPr txBox="1"/>
            <p:nvPr/>
          </p:nvSpPr>
          <p:spPr>
            <a:xfrm rot="747060">
              <a:off x="1040093" y="2276702"/>
              <a:ext cx="214760" cy="125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ego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43" name="文字方塊 78">
              <a:extLst>
                <a:ext uri="{FF2B5EF4-FFF2-40B4-BE49-F238E27FC236}">
                  <a16:creationId xmlns:a16="http://schemas.microsoft.com/office/drawing/2014/main" id="{FF699F1A-AF18-5767-5FC6-3888EA8CFA1E}"/>
                </a:ext>
              </a:extLst>
            </p:cNvPr>
            <p:cNvSpPr txBox="1"/>
            <p:nvPr/>
          </p:nvSpPr>
          <p:spPr>
            <a:xfrm rot="747060">
              <a:off x="1749797" y="2374326"/>
              <a:ext cx="179674" cy="125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d1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44" name="文字方塊 79">
              <a:extLst>
                <a:ext uri="{FF2B5EF4-FFF2-40B4-BE49-F238E27FC236}">
                  <a16:creationId xmlns:a16="http://schemas.microsoft.com/office/drawing/2014/main" id="{517110C2-859D-B591-E778-27214A714C87}"/>
                </a:ext>
              </a:extLst>
            </p:cNvPr>
            <p:cNvSpPr txBox="1"/>
            <p:nvPr/>
          </p:nvSpPr>
          <p:spPr>
            <a:xfrm rot="747060">
              <a:off x="1353172" y="1540394"/>
              <a:ext cx="179674" cy="125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d2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334C71D-8968-187A-3893-96B45100F0A9}"/>
              </a:ext>
            </a:extLst>
          </p:cNvPr>
          <p:cNvGrpSpPr/>
          <p:nvPr/>
        </p:nvGrpSpPr>
        <p:grpSpPr>
          <a:xfrm>
            <a:off x="9093320" y="694420"/>
            <a:ext cx="1788821" cy="1530878"/>
            <a:chOff x="6509407" y="2409594"/>
            <a:chExt cx="1603509" cy="1372288"/>
          </a:xfrm>
          <a:effectLst>
            <a:outerShdw blurRad="165100" dist="50800" dir="2700000" algn="ctr" rotWithShape="0">
              <a:schemeClr val="bg1">
                <a:lumMod val="75000"/>
                <a:alpha val="40000"/>
              </a:schemeClr>
            </a:outerShdw>
          </a:effectLst>
        </p:grpSpPr>
        <p:grpSp>
          <p:nvGrpSpPr>
            <p:cNvPr id="46" name="群組 80">
              <a:extLst>
                <a:ext uri="{FF2B5EF4-FFF2-40B4-BE49-F238E27FC236}">
                  <a16:creationId xmlns:a16="http://schemas.microsoft.com/office/drawing/2014/main" id="{E5C4CFA1-4C23-20E7-DDCD-CF4E84B8361A}"/>
                </a:ext>
              </a:extLst>
            </p:cNvPr>
            <p:cNvGrpSpPr/>
            <p:nvPr/>
          </p:nvGrpSpPr>
          <p:grpSpPr>
            <a:xfrm>
              <a:off x="6509407" y="2620325"/>
              <a:ext cx="1268617" cy="1161557"/>
              <a:chOff x="1640379" y="1980650"/>
              <a:chExt cx="2314671" cy="2119332"/>
            </a:xfrm>
          </p:grpSpPr>
          <p:grpSp>
            <p:nvGrpSpPr>
              <p:cNvPr id="48" name="群組 76">
                <a:extLst>
                  <a:ext uri="{FF2B5EF4-FFF2-40B4-BE49-F238E27FC236}">
                    <a16:creationId xmlns:a16="http://schemas.microsoft.com/office/drawing/2014/main" id="{FA7BB591-41C2-FB7A-C2B7-87F4546DCA29}"/>
                  </a:ext>
                </a:extLst>
              </p:cNvPr>
              <p:cNvGrpSpPr/>
              <p:nvPr/>
            </p:nvGrpSpPr>
            <p:grpSpPr>
              <a:xfrm rot="2721184">
                <a:off x="1738049" y="1882980"/>
                <a:ext cx="2119332" cy="2314671"/>
                <a:chOff x="1225730" y="2486865"/>
                <a:chExt cx="3544206" cy="3870877"/>
              </a:xfrm>
            </p:grpSpPr>
            <p:grpSp>
              <p:nvGrpSpPr>
                <p:cNvPr id="52" name="群組 2">
                  <a:extLst>
                    <a:ext uri="{FF2B5EF4-FFF2-40B4-BE49-F238E27FC236}">
                      <a16:creationId xmlns:a16="http://schemas.microsoft.com/office/drawing/2014/main" id="{CE431CE3-F4DB-260B-4D26-A1B0B8C7B5CF}"/>
                    </a:ext>
                  </a:extLst>
                </p:cNvPr>
                <p:cNvGrpSpPr/>
                <p:nvPr/>
              </p:nvGrpSpPr>
              <p:grpSpPr>
                <a:xfrm>
                  <a:off x="2300287" y="2486865"/>
                  <a:ext cx="2469649" cy="3097963"/>
                  <a:chOff x="2104165" y="1815433"/>
                  <a:chExt cx="3180121" cy="3989189"/>
                </a:xfrm>
              </p:grpSpPr>
              <p:cxnSp>
                <p:nvCxnSpPr>
                  <p:cNvPr id="61" name="直線接點 4">
                    <a:extLst>
                      <a:ext uri="{FF2B5EF4-FFF2-40B4-BE49-F238E27FC236}">
                        <a16:creationId xmlns:a16="http://schemas.microsoft.com/office/drawing/2014/main" id="{21A25E74-1BBE-4B40-5014-D1A5AFB6AA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72764" y="4428625"/>
                    <a:ext cx="1399481" cy="770724"/>
                  </a:xfrm>
                  <a:prstGeom prst="line">
                    <a:avLst/>
                  </a:prstGeom>
                  <a:ln w="317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直線接點 5">
                    <a:extLst>
                      <a:ext uri="{FF2B5EF4-FFF2-40B4-BE49-F238E27FC236}">
                        <a16:creationId xmlns:a16="http://schemas.microsoft.com/office/drawing/2014/main" id="{ED4363F4-E939-767D-80C9-185196EBC28F}"/>
                      </a:ext>
                    </a:extLst>
                  </p:cNvPr>
                  <p:cNvCxnSpPr>
                    <a:cxnSpLocks/>
                    <a:stCxn id="64" idx="5"/>
                  </p:cNvCxnSpPr>
                  <p:nvPr/>
                </p:nvCxnSpPr>
                <p:spPr>
                  <a:xfrm>
                    <a:off x="4049176" y="2593910"/>
                    <a:ext cx="596621" cy="1239083"/>
                  </a:xfrm>
                  <a:prstGeom prst="line">
                    <a:avLst/>
                  </a:prstGeom>
                  <a:ln w="317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直線接點 7">
                    <a:extLst>
                      <a:ext uri="{FF2B5EF4-FFF2-40B4-BE49-F238E27FC236}">
                        <a16:creationId xmlns:a16="http://schemas.microsoft.com/office/drawing/2014/main" id="{3AE3F060-7CDF-4A78-B1F9-45DEA73DB6B4}"/>
                      </a:ext>
                    </a:extLst>
                  </p:cNvPr>
                  <p:cNvCxnSpPr>
                    <a:cxnSpLocks/>
                    <a:stCxn id="64" idx="3"/>
                  </p:cNvCxnSpPr>
                  <p:nvPr/>
                </p:nvCxnSpPr>
                <p:spPr>
                  <a:xfrm flipH="1">
                    <a:off x="2712224" y="2593910"/>
                    <a:ext cx="692040" cy="2378457"/>
                  </a:xfrm>
                  <a:prstGeom prst="line">
                    <a:avLst/>
                  </a:prstGeom>
                  <a:ln w="31750">
                    <a:solidFill>
                      <a:srgbClr val="C00000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4" name="橢圓 8">
                    <a:extLst>
                      <a:ext uri="{FF2B5EF4-FFF2-40B4-BE49-F238E27FC236}">
                        <a16:creationId xmlns:a16="http://schemas.microsoft.com/office/drawing/2014/main" id="{DB632539-C271-C63E-4280-18796313E4D0}"/>
                      </a:ext>
                    </a:extLst>
                  </p:cNvPr>
                  <p:cNvSpPr/>
                  <p:nvPr/>
                </p:nvSpPr>
                <p:spPr>
                  <a:xfrm>
                    <a:off x="3270699" y="1815433"/>
                    <a:ext cx="912042" cy="912041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 sz="1000" b="1" dirty="0">
                      <a:solidFill>
                        <a:schemeClr val="tx1"/>
                      </a:solidFill>
                      <a:latin typeface="Hiragino Sans GB W3" panose="020B0300000000000000" pitchFamily="34" charset="-128"/>
                      <a:ea typeface="Hiragino Sans GB W3" panose="020B0300000000000000" pitchFamily="34" charset="-128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" name="橢圓 11">
                    <a:extLst>
                      <a:ext uri="{FF2B5EF4-FFF2-40B4-BE49-F238E27FC236}">
                        <a16:creationId xmlns:a16="http://schemas.microsoft.com/office/drawing/2014/main" id="{F5FFE0DB-E3F4-7F1B-49AF-65D054BBBEE8}"/>
                      </a:ext>
                    </a:extLst>
                  </p:cNvPr>
                  <p:cNvSpPr/>
                  <p:nvPr/>
                </p:nvSpPr>
                <p:spPr>
                  <a:xfrm>
                    <a:off x="4372245" y="3795409"/>
                    <a:ext cx="912041" cy="912041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 sz="1000" b="1" dirty="0">
                      <a:solidFill>
                        <a:schemeClr val="tx1"/>
                      </a:solidFill>
                      <a:latin typeface="Hiragino Sans GB W3" panose="020B0300000000000000" pitchFamily="34" charset="-128"/>
                      <a:ea typeface="Hiragino Sans GB W3" panose="020B0300000000000000" pitchFamily="34" charset="-128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" name="橢圓 12">
                    <a:extLst>
                      <a:ext uri="{FF2B5EF4-FFF2-40B4-BE49-F238E27FC236}">
                        <a16:creationId xmlns:a16="http://schemas.microsoft.com/office/drawing/2014/main" id="{ACDBD660-FB3A-9C18-453B-18848509D34B}"/>
                      </a:ext>
                    </a:extLst>
                  </p:cNvPr>
                  <p:cNvSpPr/>
                  <p:nvPr/>
                </p:nvSpPr>
                <p:spPr>
                  <a:xfrm>
                    <a:off x="2104165" y="4892581"/>
                    <a:ext cx="912041" cy="912041"/>
                  </a:xfrm>
                  <a:prstGeom prst="ellipse">
                    <a:avLst/>
                  </a:prstGeom>
                  <a:solidFill>
                    <a:srgbClr val="C00000"/>
                  </a:solidFill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TW" altLang="en-US" sz="1000" b="1" dirty="0">
                      <a:latin typeface="Hiragino Sans GB W3" panose="020B0300000000000000" pitchFamily="34" charset="-128"/>
                      <a:ea typeface="Hiragino Sans GB W3" panose="020B0300000000000000" pitchFamily="34" charset="-128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3" name="橢圓 20">
                  <a:extLst>
                    <a:ext uri="{FF2B5EF4-FFF2-40B4-BE49-F238E27FC236}">
                      <a16:creationId xmlns:a16="http://schemas.microsoft.com/office/drawing/2014/main" id="{1992E4AD-78C5-922C-4206-013AF928A967}"/>
                    </a:ext>
                  </a:extLst>
                </p:cNvPr>
                <p:cNvSpPr/>
                <p:nvPr/>
              </p:nvSpPr>
              <p:spPr>
                <a:xfrm rot="1990628">
                  <a:off x="1636126" y="4243929"/>
                  <a:ext cx="402522" cy="402522"/>
                </a:xfrm>
                <a:prstGeom prst="ellipse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sz="1000" b="1" dirty="0">
                    <a:solidFill>
                      <a:schemeClr val="bg1">
                        <a:lumMod val="50000"/>
                      </a:schemeClr>
                    </a:solidFill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" name="橢圓 21">
                  <a:extLst>
                    <a:ext uri="{FF2B5EF4-FFF2-40B4-BE49-F238E27FC236}">
                      <a16:creationId xmlns:a16="http://schemas.microsoft.com/office/drawing/2014/main" id="{2F6E0E59-8DE1-0277-4174-A3C01039E238}"/>
                    </a:ext>
                  </a:extLst>
                </p:cNvPr>
                <p:cNvSpPr/>
                <p:nvPr/>
              </p:nvSpPr>
              <p:spPr>
                <a:xfrm rot="4720363">
                  <a:off x="1225730" y="5093204"/>
                  <a:ext cx="402522" cy="402522"/>
                </a:xfrm>
                <a:prstGeom prst="ellipse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sz="1000" b="1" dirty="0">
                    <a:solidFill>
                      <a:schemeClr val="bg1">
                        <a:lumMod val="50000"/>
                      </a:schemeClr>
                    </a:solidFill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5" name="橢圓 22">
                  <a:extLst>
                    <a:ext uri="{FF2B5EF4-FFF2-40B4-BE49-F238E27FC236}">
                      <a16:creationId xmlns:a16="http://schemas.microsoft.com/office/drawing/2014/main" id="{47B97ED2-B35B-D72C-B062-83E2C11B7AF0}"/>
                    </a:ext>
                  </a:extLst>
                </p:cNvPr>
                <p:cNvSpPr/>
                <p:nvPr/>
              </p:nvSpPr>
              <p:spPr>
                <a:xfrm rot="1421956">
                  <a:off x="2321113" y="5874258"/>
                  <a:ext cx="402522" cy="402522"/>
                </a:xfrm>
                <a:prstGeom prst="ellipse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sz="1000" b="1" dirty="0">
                    <a:solidFill>
                      <a:schemeClr val="bg1">
                        <a:lumMod val="50000"/>
                      </a:schemeClr>
                    </a:solidFill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" name="橢圓 23">
                  <a:extLst>
                    <a:ext uri="{FF2B5EF4-FFF2-40B4-BE49-F238E27FC236}">
                      <a16:creationId xmlns:a16="http://schemas.microsoft.com/office/drawing/2014/main" id="{8367E1AB-A4F5-9CD1-3A8F-CC8E6BBFB6D8}"/>
                    </a:ext>
                  </a:extLst>
                </p:cNvPr>
                <p:cNvSpPr/>
                <p:nvPr/>
              </p:nvSpPr>
              <p:spPr>
                <a:xfrm rot="2497259">
                  <a:off x="1401941" y="5955220"/>
                  <a:ext cx="402522" cy="402522"/>
                </a:xfrm>
                <a:prstGeom prst="ellipse">
                  <a:avLst/>
                </a:prstGeom>
                <a:noFill/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TW" altLang="en-US" sz="1000" b="1" dirty="0">
                    <a:solidFill>
                      <a:schemeClr val="bg1">
                        <a:lumMod val="50000"/>
                      </a:schemeClr>
                    </a:solidFill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57" name="直線接點 48">
                  <a:extLst>
                    <a:ext uri="{FF2B5EF4-FFF2-40B4-BE49-F238E27FC236}">
                      <a16:creationId xmlns:a16="http://schemas.microsoft.com/office/drawing/2014/main" id="{B65EA1F5-A22F-3F0F-6707-06AAE54E189B}"/>
                    </a:ext>
                  </a:extLst>
                </p:cNvPr>
                <p:cNvCxnSpPr>
                  <a:cxnSpLocks/>
                  <a:stCxn id="54" idx="0"/>
                  <a:endCxn id="66" idx="2"/>
                </p:cNvCxnSpPr>
                <p:nvPr/>
              </p:nvCxnSpPr>
              <p:spPr>
                <a:xfrm flipV="1">
                  <a:off x="1624332" y="5230687"/>
                  <a:ext cx="675955" cy="24248"/>
                </a:xfrm>
                <a:prstGeom prst="line">
                  <a:avLst/>
                </a:prstGeom>
                <a:ln w="222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線接點 49">
                  <a:extLst>
                    <a:ext uri="{FF2B5EF4-FFF2-40B4-BE49-F238E27FC236}">
                      <a16:creationId xmlns:a16="http://schemas.microsoft.com/office/drawing/2014/main" id="{3B5C1B06-F939-0C1D-299B-0A840E2AF2CC}"/>
                    </a:ext>
                  </a:extLst>
                </p:cNvPr>
                <p:cNvCxnSpPr>
                  <a:cxnSpLocks/>
                  <a:stCxn id="66" idx="1"/>
                  <a:endCxn id="53" idx="6"/>
                </p:cNvCxnSpPr>
                <p:nvPr/>
              </p:nvCxnSpPr>
              <p:spPr>
                <a:xfrm flipH="1" flipV="1">
                  <a:off x="2005839" y="4555326"/>
                  <a:ext cx="398173" cy="424945"/>
                </a:xfrm>
                <a:prstGeom prst="line">
                  <a:avLst/>
                </a:prstGeom>
                <a:ln w="222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線接點 50">
                  <a:extLst>
                    <a:ext uri="{FF2B5EF4-FFF2-40B4-BE49-F238E27FC236}">
                      <a16:creationId xmlns:a16="http://schemas.microsoft.com/office/drawing/2014/main" id="{9040B9E3-B25F-6486-4994-81899EF8DEB9}"/>
                    </a:ext>
                  </a:extLst>
                </p:cNvPr>
                <p:cNvCxnSpPr>
                  <a:cxnSpLocks/>
                  <a:stCxn id="66" idx="3"/>
                  <a:endCxn id="56" idx="0"/>
                </p:cNvCxnSpPr>
                <p:nvPr/>
              </p:nvCxnSpPr>
              <p:spPr>
                <a:xfrm flipH="1">
                  <a:off x="1736880" y="5481103"/>
                  <a:ext cx="667132" cy="524924"/>
                </a:xfrm>
                <a:prstGeom prst="line">
                  <a:avLst/>
                </a:prstGeom>
                <a:ln w="222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線接點 51">
                  <a:extLst>
                    <a:ext uri="{FF2B5EF4-FFF2-40B4-BE49-F238E27FC236}">
                      <a16:creationId xmlns:a16="http://schemas.microsoft.com/office/drawing/2014/main" id="{EECADA33-A445-28E3-C216-E8658C298E2E}"/>
                    </a:ext>
                  </a:extLst>
                </p:cNvPr>
                <p:cNvCxnSpPr>
                  <a:cxnSpLocks/>
                  <a:stCxn id="66" idx="4"/>
                  <a:endCxn id="55" idx="0"/>
                </p:cNvCxnSpPr>
                <p:nvPr/>
              </p:nvCxnSpPr>
              <p:spPr>
                <a:xfrm flipH="1">
                  <a:off x="2603268" y="5584828"/>
                  <a:ext cx="51160" cy="306403"/>
                </a:xfrm>
                <a:prstGeom prst="line">
                  <a:avLst/>
                </a:prstGeom>
                <a:ln w="222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文字方塊 77">
                <a:extLst>
                  <a:ext uri="{FF2B5EF4-FFF2-40B4-BE49-F238E27FC236}">
                    <a16:creationId xmlns:a16="http://schemas.microsoft.com/office/drawing/2014/main" id="{0F924CC3-C6B8-666E-0F31-0EDB4116360C}"/>
                  </a:ext>
                </a:extLst>
              </p:cNvPr>
              <p:cNvSpPr txBox="1"/>
              <p:nvPr/>
            </p:nvSpPr>
            <p:spPr>
              <a:xfrm>
                <a:off x="2129804" y="3570697"/>
                <a:ext cx="42191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ego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文字方塊 78">
                <a:extLst>
                  <a:ext uri="{FF2B5EF4-FFF2-40B4-BE49-F238E27FC236}">
                    <a16:creationId xmlns:a16="http://schemas.microsoft.com/office/drawing/2014/main" id="{A032CD6F-CAF7-2400-A972-06F75F8B91EE}"/>
                  </a:ext>
                </a:extLst>
              </p:cNvPr>
              <p:cNvSpPr txBox="1"/>
              <p:nvPr/>
            </p:nvSpPr>
            <p:spPr>
              <a:xfrm>
                <a:off x="3524067" y="3762485"/>
                <a:ext cx="3529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d1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文字方塊 79">
                <a:extLst>
                  <a:ext uri="{FF2B5EF4-FFF2-40B4-BE49-F238E27FC236}">
                    <a16:creationId xmlns:a16="http://schemas.microsoft.com/office/drawing/2014/main" id="{DA3DFAD1-1DD1-035D-BFEB-5DF64654CF0D}"/>
                  </a:ext>
                </a:extLst>
              </p:cNvPr>
              <p:cNvSpPr txBox="1"/>
              <p:nvPr/>
            </p:nvSpPr>
            <p:spPr>
              <a:xfrm>
                <a:off x="2934097" y="2147312"/>
                <a:ext cx="3529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d2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1DD0C696-5CB4-03B1-212D-C451BB6AE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714598" y="2409594"/>
              <a:ext cx="398318" cy="398316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87B9441-0E01-CD88-36E1-6ABADC714DF7}"/>
              </a:ext>
            </a:extLst>
          </p:cNvPr>
          <p:cNvGrpSpPr/>
          <p:nvPr/>
        </p:nvGrpSpPr>
        <p:grpSpPr>
          <a:xfrm>
            <a:off x="6815664" y="827365"/>
            <a:ext cx="1753647" cy="1264990"/>
            <a:chOff x="5324900" y="1998725"/>
            <a:chExt cx="1680685" cy="1212358"/>
          </a:xfrm>
          <a:effectLst>
            <a:outerShdw blurRad="165100" dist="50800" dir="2700000" algn="ctr" rotWithShape="0">
              <a:schemeClr val="bg1">
                <a:lumMod val="75000"/>
                <a:alpha val="40000"/>
              </a:schemeClr>
            </a:outerShdw>
          </a:effectLst>
        </p:grpSpPr>
        <p:cxnSp>
          <p:nvCxnSpPr>
            <p:cNvPr id="68" name="直線接點 4">
              <a:extLst>
                <a:ext uri="{FF2B5EF4-FFF2-40B4-BE49-F238E27FC236}">
                  <a16:creationId xmlns:a16="http://schemas.microsoft.com/office/drawing/2014/main" id="{9AC1BF09-E907-E9F0-746A-2F011E3EC09F}"/>
                </a:ext>
              </a:extLst>
            </p:cNvPr>
            <p:cNvCxnSpPr>
              <a:cxnSpLocks/>
            </p:cNvCxnSpPr>
            <p:nvPr/>
          </p:nvCxnSpPr>
          <p:spPr>
            <a:xfrm rot="2721184" flipV="1">
              <a:off x="5920766" y="2558990"/>
              <a:ext cx="330805" cy="182181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接點 5">
              <a:extLst>
                <a:ext uri="{FF2B5EF4-FFF2-40B4-BE49-F238E27FC236}">
                  <a16:creationId xmlns:a16="http://schemas.microsoft.com/office/drawing/2014/main" id="{B8B56999-1AB2-4E36-4DC1-372F0310B271}"/>
                </a:ext>
              </a:extLst>
            </p:cNvPr>
            <p:cNvCxnSpPr>
              <a:cxnSpLocks/>
              <a:stCxn id="71" idx="5"/>
            </p:cNvCxnSpPr>
            <p:nvPr/>
          </p:nvCxnSpPr>
          <p:spPr>
            <a:xfrm rot="2721184">
              <a:off x="6396939" y="2351282"/>
              <a:ext cx="141027" cy="29289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接點 7">
              <a:extLst>
                <a:ext uri="{FF2B5EF4-FFF2-40B4-BE49-F238E27FC236}">
                  <a16:creationId xmlns:a16="http://schemas.microsoft.com/office/drawing/2014/main" id="{A757F3AC-E039-3906-B206-8FDD6411784D}"/>
                </a:ext>
              </a:extLst>
            </p:cNvPr>
            <p:cNvCxnSpPr>
              <a:cxnSpLocks/>
              <a:stCxn id="71" idx="3"/>
            </p:cNvCxnSpPr>
            <p:nvPr/>
          </p:nvCxnSpPr>
          <p:spPr>
            <a:xfrm rot="2721184" flipH="1">
              <a:off x="6075700" y="2094440"/>
              <a:ext cx="163582" cy="562211"/>
            </a:xfrm>
            <a:prstGeom prst="line">
              <a:avLst/>
            </a:prstGeom>
            <a:ln w="317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橢圓 8">
              <a:extLst>
                <a:ext uri="{FF2B5EF4-FFF2-40B4-BE49-F238E27FC236}">
                  <a16:creationId xmlns:a16="http://schemas.microsoft.com/office/drawing/2014/main" id="{B533E4E1-7672-B82E-67FF-1C1D039CD1D7}"/>
                </a:ext>
              </a:extLst>
            </p:cNvPr>
            <p:cNvSpPr/>
            <p:nvPr/>
          </p:nvSpPr>
          <p:spPr>
            <a:xfrm rot="2721184">
              <a:off x="6414960" y="2129064"/>
              <a:ext cx="215586" cy="21558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tx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72" name="橢圓 11">
              <a:extLst>
                <a:ext uri="{FF2B5EF4-FFF2-40B4-BE49-F238E27FC236}">
                  <a16:creationId xmlns:a16="http://schemas.microsoft.com/office/drawing/2014/main" id="{CB9C6352-F27A-0C4C-2231-4CD2CFAD91CF}"/>
                </a:ext>
              </a:extLst>
            </p:cNvPr>
            <p:cNvSpPr/>
            <p:nvPr/>
          </p:nvSpPr>
          <p:spPr>
            <a:xfrm rot="2721184">
              <a:off x="6264965" y="2643206"/>
              <a:ext cx="215585" cy="215585"/>
            </a:xfrm>
            <a:prstGeom prst="ellipse">
              <a:avLst/>
            </a:prstGeom>
            <a:solidFill>
              <a:srgbClr val="C00000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tx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73" name="橢圓 12">
              <a:extLst>
                <a:ext uri="{FF2B5EF4-FFF2-40B4-BE49-F238E27FC236}">
                  <a16:creationId xmlns:a16="http://schemas.microsoft.com/office/drawing/2014/main" id="{55B0551E-7FE4-B2CA-CB8F-E8188BDD548E}"/>
                </a:ext>
              </a:extLst>
            </p:cNvPr>
            <p:cNvSpPr/>
            <p:nvPr/>
          </p:nvSpPr>
          <p:spPr>
            <a:xfrm rot="2721184">
              <a:off x="5703702" y="2444033"/>
              <a:ext cx="215585" cy="215585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74" name="文字方塊 77">
              <a:extLst>
                <a:ext uri="{FF2B5EF4-FFF2-40B4-BE49-F238E27FC236}">
                  <a16:creationId xmlns:a16="http://schemas.microsoft.com/office/drawing/2014/main" id="{12528CD2-E24F-855D-C298-29F8187AD028}"/>
                </a:ext>
              </a:extLst>
            </p:cNvPr>
            <p:cNvSpPr txBox="1"/>
            <p:nvPr/>
          </p:nvSpPr>
          <p:spPr>
            <a:xfrm>
              <a:off x="5720025" y="2723253"/>
              <a:ext cx="35298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d1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75" name="文字方塊 78">
              <a:extLst>
                <a:ext uri="{FF2B5EF4-FFF2-40B4-BE49-F238E27FC236}">
                  <a16:creationId xmlns:a16="http://schemas.microsoft.com/office/drawing/2014/main" id="{320A6F9F-AB55-A9D2-C05D-E3F0A8591D06}"/>
                </a:ext>
              </a:extLst>
            </p:cNvPr>
            <p:cNvSpPr txBox="1"/>
            <p:nvPr/>
          </p:nvSpPr>
          <p:spPr>
            <a:xfrm>
              <a:off x="6583675" y="2594865"/>
              <a:ext cx="4219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ego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76" name="文字方塊 79">
              <a:extLst>
                <a:ext uri="{FF2B5EF4-FFF2-40B4-BE49-F238E27FC236}">
                  <a16:creationId xmlns:a16="http://schemas.microsoft.com/office/drawing/2014/main" id="{D2E1C6FE-869A-524F-9852-C80345451F53}"/>
                </a:ext>
              </a:extLst>
            </p:cNvPr>
            <p:cNvSpPr txBox="1"/>
            <p:nvPr/>
          </p:nvSpPr>
          <p:spPr>
            <a:xfrm>
              <a:off x="6129424" y="1998725"/>
              <a:ext cx="35298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rPr>
                <a:t>d1</a:t>
              </a:r>
              <a:endParaRPr kumimoji="1" lang="zh-TW" altLang="en-US" sz="1000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77" name="橢圓 20">
              <a:extLst>
                <a:ext uri="{FF2B5EF4-FFF2-40B4-BE49-F238E27FC236}">
                  <a16:creationId xmlns:a16="http://schemas.microsoft.com/office/drawing/2014/main" id="{CFCC7EBD-B41E-BC11-6D80-E95233C5BE8E}"/>
                </a:ext>
              </a:extLst>
            </p:cNvPr>
            <p:cNvSpPr/>
            <p:nvPr/>
          </p:nvSpPr>
          <p:spPr>
            <a:xfrm rot="4711812">
              <a:off x="5745571" y="2145622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78" name="橢圓 21">
              <a:extLst>
                <a:ext uri="{FF2B5EF4-FFF2-40B4-BE49-F238E27FC236}">
                  <a16:creationId xmlns:a16="http://schemas.microsoft.com/office/drawing/2014/main" id="{4A409FC5-AFA0-82A2-84C2-F6C641920C87}"/>
                </a:ext>
              </a:extLst>
            </p:cNvPr>
            <p:cNvSpPr/>
            <p:nvPr/>
          </p:nvSpPr>
          <p:spPr>
            <a:xfrm rot="7441547">
              <a:off x="5473879" y="2238408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79" name="橢圓 22">
              <a:extLst>
                <a:ext uri="{FF2B5EF4-FFF2-40B4-BE49-F238E27FC236}">
                  <a16:creationId xmlns:a16="http://schemas.microsoft.com/office/drawing/2014/main" id="{DB790F45-1F91-04F8-D906-9EA2E1CC4991}"/>
                </a:ext>
              </a:extLst>
            </p:cNvPr>
            <p:cNvSpPr/>
            <p:nvPr/>
          </p:nvSpPr>
          <p:spPr>
            <a:xfrm rot="4143140">
              <a:off x="5539041" y="2642678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0" name="橢圓 23">
              <a:extLst>
                <a:ext uri="{FF2B5EF4-FFF2-40B4-BE49-F238E27FC236}">
                  <a16:creationId xmlns:a16="http://schemas.microsoft.com/office/drawing/2014/main" id="{FA8E4D7E-E875-CF17-7E54-0E6739872E37}"/>
                </a:ext>
              </a:extLst>
            </p:cNvPr>
            <p:cNvSpPr/>
            <p:nvPr/>
          </p:nvSpPr>
          <p:spPr>
            <a:xfrm rot="5218443">
              <a:off x="5324900" y="2460949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81" name="直線接點 48">
              <a:extLst>
                <a:ext uri="{FF2B5EF4-FFF2-40B4-BE49-F238E27FC236}">
                  <a16:creationId xmlns:a16="http://schemas.microsoft.com/office/drawing/2014/main" id="{2DDAB017-D14A-ED30-4E8F-7D404FC3B5FD}"/>
                </a:ext>
              </a:extLst>
            </p:cNvPr>
            <p:cNvCxnSpPr>
              <a:cxnSpLocks/>
              <a:stCxn id="78" idx="0"/>
              <a:endCxn id="73" idx="2"/>
            </p:cNvCxnSpPr>
            <p:nvPr/>
          </p:nvCxnSpPr>
          <p:spPr>
            <a:xfrm rot="2721184" flipV="1">
              <a:off x="5557954" y="2400851"/>
              <a:ext cx="205746" cy="738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接點 49">
              <a:extLst>
                <a:ext uri="{FF2B5EF4-FFF2-40B4-BE49-F238E27FC236}">
                  <a16:creationId xmlns:a16="http://schemas.microsoft.com/office/drawing/2014/main" id="{B4DFEAEC-14CE-3A40-6C96-73C2959768DF}"/>
                </a:ext>
              </a:extLst>
            </p:cNvPr>
            <p:cNvCxnSpPr>
              <a:cxnSpLocks/>
              <a:stCxn id="73" idx="1"/>
              <a:endCxn id="77" idx="6"/>
            </p:cNvCxnSpPr>
            <p:nvPr/>
          </p:nvCxnSpPr>
          <p:spPr>
            <a:xfrm rot="2721184" flipH="1" flipV="1">
              <a:off x="5754988" y="2290805"/>
              <a:ext cx="121195" cy="129344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接點 50">
              <a:extLst>
                <a:ext uri="{FF2B5EF4-FFF2-40B4-BE49-F238E27FC236}">
                  <a16:creationId xmlns:a16="http://schemas.microsoft.com/office/drawing/2014/main" id="{07947FDA-7326-AEF5-29F8-5E092A0DC04F}"/>
                </a:ext>
              </a:extLst>
            </p:cNvPr>
            <p:cNvCxnSpPr>
              <a:cxnSpLocks/>
              <a:stCxn id="73" idx="3"/>
              <a:endCxn id="80" idx="0"/>
            </p:cNvCxnSpPr>
            <p:nvPr/>
          </p:nvCxnSpPr>
          <p:spPr>
            <a:xfrm rot="2721184" flipH="1">
              <a:off x="5473989" y="2455181"/>
              <a:ext cx="203060" cy="159775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線接點 51">
              <a:extLst>
                <a:ext uri="{FF2B5EF4-FFF2-40B4-BE49-F238E27FC236}">
                  <a16:creationId xmlns:a16="http://schemas.microsoft.com/office/drawing/2014/main" id="{ECB07778-1F25-A46F-B192-4A8EE76C91D6}"/>
                </a:ext>
              </a:extLst>
            </p:cNvPr>
            <p:cNvCxnSpPr>
              <a:cxnSpLocks/>
              <a:stCxn id="73" idx="4"/>
              <a:endCxn id="79" idx="0"/>
            </p:cNvCxnSpPr>
            <p:nvPr/>
          </p:nvCxnSpPr>
          <p:spPr>
            <a:xfrm rot="2721184" flipH="1">
              <a:off x="5688372" y="2608175"/>
              <a:ext cx="15572" cy="9326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橢圓 20">
              <a:extLst>
                <a:ext uri="{FF2B5EF4-FFF2-40B4-BE49-F238E27FC236}">
                  <a16:creationId xmlns:a16="http://schemas.microsoft.com/office/drawing/2014/main" id="{1337479C-95B6-29A1-F38C-96CEB79FCE83}"/>
                </a:ext>
              </a:extLst>
            </p:cNvPr>
            <p:cNvSpPr/>
            <p:nvPr/>
          </p:nvSpPr>
          <p:spPr>
            <a:xfrm rot="19175915">
              <a:off x="6004206" y="2872938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6" name="橢圓 21">
              <a:extLst>
                <a:ext uri="{FF2B5EF4-FFF2-40B4-BE49-F238E27FC236}">
                  <a16:creationId xmlns:a16="http://schemas.microsoft.com/office/drawing/2014/main" id="{CC411584-9D5B-AB46-EA86-C44637EEFCA4}"/>
                </a:ext>
              </a:extLst>
            </p:cNvPr>
            <p:cNvSpPr/>
            <p:nvPr/>
          </p:nvSpPr>
          <p:spPr>
            <a:xfrm rot="305650">
              <a:off x="6216847" y="3065835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7" name="橢圓 22">
              <a:extLst>
                <a:ext uri="{FF2B5EF4-FFF2-40B4-BE49-F238E27FC236}">
                  <a16:creationId xmlns:a16="http://schemas.microsoft.com/office/drawing/2014/main" id="{727CEDB9-731A-EA6E-4A30-37E33AB38E76}"/>
                </a:ext>
              </a:extLst>
            </p:cNvPr>
            <p:cNvSpPr/>
            <p:nvPr/>
          </p:nvSpPr>
          <p:spPr>
            <a:xfrm rot="18607243">
              <a:off x="6539140" y="2813234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88" name="橢圓 23">
              <a:extLst>
                <a:ext uri="{FF2B5EF4-FFF2-40B4-BE49-F238E27FC236}">
                  <a16:creationId xmlns:a16="http://schemas.microsoft.com/office/drawing/2014/main" id="{B3B6C508-D2FA-4757-8563-F81B12362BEF}"/>
                </a:ext>
              </a:extLst>
            </p:cNvPr>
            <p:cNvSpPr/>
            <p:nvPr/>
          </p:nvSpPr>
          <p:spPr>
            <a:xfrm rot="19682546">
              <a:off x="6483685" y="3088564"/>
              <a:ext cx="122519" cy="122519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000" b="1" dirty="0">
                <a:solidFill>
                  <a:schemeClr val="bg1">
                    <a:lumMod val="5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89" name="直線接點 48">
              <a:extLst>
                <a:ext uri="{FF2B5EF4-FFF2-40B4-BE49-F238E27FC236}">
                  <a16:creationId xmlns:a16="http://schemas.microsoft.com/office/drawing/2014/main" id="{5A27C17F-974F-7C2B-C61F-C8FEF5869653}"/>
                </a:ext>
              </a:extLst>
            </p:cNvPr>
            <p:cNvCxnSpPr>
              <a:cxnSpLocks/>
              <a:stCxn id="86" idx="0"/>
            </p:cNvCxnSpPr>
            <p:nvPr/>
          </p:nvCxnSpPr>
          <p:spPr>
            <a:xfrm rot="17185287" flipV="1">
              <a:off x="6206215" y="2962668"/>
              <a:ext cx="205746" cy="738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接點 49">
              <a:extLst>
                <a:ext uri="{FF2B5EF4-FFF2-40B4-BE49-F238E27FC236}">
                  <a16:creationId xmlns:a16="http://schemas.microsoft.com/office/drawing/2014/main" id="{87F299B9-A367-5F25-4782-FC35A1D2D57A}"/>
                </a:ext>
              </a:extLst>
            </p:cNvPr>
            <p:cNvCxnSpPr>
              <a:cxnSpLocks/>
              <a:endCxn id="85" idx="6"/>
            </p:cNvCxnSpPr>
            <p:nvPr/>
          </p:nvCxnSpPr>
          <p:spPr>
            <a:xfrm rot="17185287" flipH="1" flipV="1">
              <a:off x="6130683" y="2789978"/>
              <a:ext cx="121195" cy="129344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接點 50">
              <a:extLst>
                <a:ext uri="{FF2B5EF4-FFF2-40B4-BE49-F238E27FC236}">
                  <a16:creationId xmlns:a16="http://schemas.microsoft.com/office/drawing/2014/main" id="{02EEF426-D4AF-0817-2546-4EAACC09718E}"/>
                </a:ext>
              </a:extLst>
            </p:cNvPr>
            <p:cNvCxnSpPr>
              <a:cxnSpLocks/>
              <a:endCxn id="88" idx="0"/>
            </p:cNvCxnSpPr>
            <p:nvPr/>
          </p:nvCxnSpPr>
          <p:spPr>
            <a:xfrm rot="17185287" flipH="1">
              <a:off x="6363064" y="2897988"/>
              <a:ext cx="203060" cy="159775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接點 51">
              <a:extLst>
                <a:ext uri="{FF2B5EF4-FFF2-40B4-BE49-F238E27FC236}">
                  <a16:creationId xmlns:a16="http://schemas.microsoft.com/office/drawing/2014/main" id="{5B0BFAE3-5267-DE24-8B1B-9E54D212E5B3}"/>
                </a:ext>
              </a:extLst>
            </p:cNvPr>
            <p:cNvCxnSpPr>
              <a:cxnSpLocks/>
              <a:endCxn id="87" idx="0"/>
            </p:cNvCxnSpPr>
            <p:nvPr/>
          </p:nvCxnSpPr>
          <p:spPr>
            <a:xfrm rot="17185287" flipH="1">
              <a:off x="6503241" y="2767736"/>
              <a:ext cx="15572" cy="9326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接點 51">
              <a:extLst>
                <a:ext uri="{FF2B5EF4-FFF2-40B4-BE49-F238E27FC236}">
                  <a16:creationId xmlns:a16="http://schemas.microsoft.com/office/drawing/2014/main" id="{89207E9E-AFB5-B929-0BAA-A0D7EE9BA069}"/>
                </a:ext>
              </a:extLst>
            </p:cNvPr>
            <p:cNvCxnSpPr>
              <a:cxnSpLocks/>
              <a:stCxn id="85" idx="4"/>
              <a:endCxn id="86" idx="1"/>
            </p:cNvCxnSpPr>
            <p:nvPr/>
          </p:nvCxnSpPr>
          <p:spPr>
            <a:xfrm rot="14464103" flipH="1">
              <a:off x="6096231" y="2996004"/>
              <a:ext cx="151516" cy="68942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接點 51">
              <a:extLst>
                <a:ext uri="{FF2B5EF4-FFF2-40B4-BE49-F238E27FC236}">
                  <a16:creationId xmlns:a16="http://schemas.microsoft.com/office/drawing/2014/main" id="{56F7364F-5E0C-9FB9-7859-0B1FCD02E9BF}"/>
                </a:ext>
              </a:extLst>
            </p:cNvPr>
            <p:cNvCxnSpPr>
              <a:cxnSpLocks/>
              <a:stCxn id="86" idx="6"/>
              <a:endCxn id="88" idx="1"/>
            </p:cNvCxnSpPr>
            <p:nvPr/>
          </p:nvCxnSpPr>
          <p:spPr>
            <a:xfrm rot="14464103" flipH="1">
              <a:off x="6375330" y="3071153"/>
              <a:ext cx="73729" cy="126227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接點 51">
              <a:extLst>
                <a:ext uri="{FF2B5EF4-FFF2-40B4-BE49-F238E27FC236}">
                  <a16:creationId xmlns:a16="http://schemas.microsoft.com/office/drawing/2014/main" id="{D58810FD-4A87-ACAD-854D-DA85F9049D81}"/>
                </a:ext>
              </a:extLst>
            </p:cNvPr>
            <p:cNvCxnSpPr>
              <a:cxnSpLocks/>
              <a:stCxn id="88" idx="7"/>
              <a:endCxn id="87" idx="3"/>
            </p:cNvCxnSpPr>
            <p:nvPr/>
          </p:nvCxnSpPr>
          <p:spPr>
            <a:xfrm rot="14464103">
              <a:off x="6525862" y="2954942"/>
              <a:ext cx="112656" cy="115791"/>
            </a:xfrm>
            <a:prstGeom prst="line">
              <a:avLst/>
            </a:prstGeom>
            <a:ln w="222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6BBD2E2-3EEA-876F-89C9-1E464B4BA395}"/>
              </a:ext>
            </a:extLst>
          </p:cNvPr>
          <p:cNvGrpSpPr/>
          <p:nvPr/>
        </p:nvGrpSpPr>
        <p:grpSpPr>
          <a:xfrm>
            <a:off x="4213041" y="616787"/>
            <a:ext cx="2040471" cy="1686145"/>
            <a:chOff x="6555646" y="4880729"/>
            <a:chExt cx="1698738" cy="1403754"/>
          </a:xfrm>
          <a:effectLst>
            <a:outerShdw blurRad="165100" dist="50800" dir="2700000" algn="ctr" rotWithShape="0">
              <a:schemeClr val="bg1">
                <a:lumMod val="75000"/>
                <a:alpha val="40000"/>
              </a:schemeClr>
            </a:outerShdw>
          </a:effectLst>
        </p:grpSpPr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8434E844-E08D-BC03-826F-7A49B0C0B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884452" y="4880729"/>
              <a:ext cx="369932" cy="369930"/>
            </a:xfrm>
            <a:prstGeom prst="rect">
              <a:avLst/>
            </a:prstGeom>
          </p:spPr>
        </p:pic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FF1F4C77-7762-2C32-0C71-E4AC5F0948E3}"/>
                </a:ext>
              </a:extLst>
            </p:cNvPr>
            <p:cNvGrpSpPr/>
            <p:nvPr/>
          </p:nvGrpSpPr>
          <p:grpSpPr>
            <a:xfrm>
              <a:off x="6555646" y="5072125"/>
              <a:ext cx="1680685" cy="1212358"/>
              <a:chOff x="5324900" y="1998725"/>
              <a:chExt cx="1680685" cy="1212358"/>
            </a:xfrm>
          </p:grpSpPr>
          <p:cxnSp>
            <p:nvCxnSpPr>
              <p:cNvPr id="99" name="直線接點 4">
                <a:extLst>
                  <a:ext uri="{FF2B5EF4-FFF2-40B4-BE49-F238E27FC236}">
                    <a16:creationId xmlns:a16="http://schemas.microsoft.com/office/drawing/2014/main" id="{BE2A6830-5E39-5845-0080-44942B082782}"/>
                  </a:ext>
                </a:extLst>
              </p:cNvPr>
              <p:cNvCxnSpPr>
                <a:cxnSpLocks/>
              </p:cNvCxnSpPr>
              <p:nvPr/>
            </p:nvCxnSpPr>
            <p:spPr>
              <a:xfrm rot="2721184" flipV="1">
                <a:off x="5920766" y="2558990"/>
                <a:ext cx="330805" cy="182181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線接點 5">
                <a:extLst>
                  <a:ext uri="{FF2B5EF4-FFF2-40B4-BE49-F238E27FC236}">
                    <a16:creationId xmlns:a16="http://schemas.microsoft.com/office/drawing/2014/main" id="{55B0B14E-E95A-8F23-3521-8C53D14B566B}"/>
                  </a:ext>
                </a:extLst>
              </p:cNvPr>
              <p:cNvCxnSpPr>
                <a:cxnSpLocks/>
                <a:stCxn id="102" idx="5"/>
              </p:cNvCxnSpPr>
              <p:nvPr/>
            </p:nvCxnSpPr>
            <p:spPr>
              <a:xfrm rot="2721184">
                <a:off x="6396939" y="2351282"/>
                <a:ext cx="141027" cy="29289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線接點 7">
                <a:extLst>
                  <a:ext uri="{FF2B5EF4-FFF2-40B4-BE49-F238E27FC236}">
                    <a16:creationId xmlns:a16="http://schemas.microsoft.com/office/drawing/2014/main" id="{70E322BD-5C26-A29C-098B-C72EB0DBB68D}"/>
                  </a:ext>
                </a:extLst>
              </p:cNvPr>
              <p:cNvCxnSpPr>
                <a:cxnSpLocks/>
                <a:stCxn id="102" idx="3"/>
              </p:cNvCxnSpPr>
              <p:nvPr/>
            </p:nvCxnSpPr>
            <p:spPr>
              <a:xfrm rot="2721184" flipH="1">
                <a:off x="6075700" y="2094440"/>
                <a:ext cx="163582" cy="562211"/>
              </a:xfrm>
              <a:prstGeom prst="line">
                <a:avLst/>
              </a:prstGeom>
              <a:ln w="31750">
                <a:solidFill>
                  <a:srgbClr val="C0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橢圓 8">
                <a:extLst>
                  <a:ext uri="{FF2B5EF4-FFF2-40B4-BE49-F238E27FC236}">
                    <a16:creationId xmlns:a16="http://schemas.microsoft.com/office/drawing/2014/main" id="{BFE4F432-AF25-EFFA-7AE9-5EEDED472E46}"/>
                  </a:ext>
                </a:extLst>
              </p:cNvPr>
              <p:cNvSpPr/>
              <p:nvPr/>
            </p:nvSpPr>
            <p:spPr>
              <a:xfrm rot="2721184">
                <a:off x="6414960" y="2129064"/>
                <a:ext cx="215586" cy="21558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tx1"/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3" name="橢圓 11">
                <a:extLst>
                  <a:ext uri="{FF2B5EF4-FFF2-40B4-BE49-F238E27FC236}">
                    <a16:creationId xmlns:a16="http://schemas.microsoft.com/office/drawing/2014/main" id="{D0C32A5C-1456-A5A1-B2E7-976CB46C17D4}"/>
                  </a:ext>
                </a:extLst>
              </p:cNvPr>
              <p:cNvSpPr/>
              <p:nvPr/>
            </p:nvSpPr>
            <p:spPr>
              <a:xfrm rot="2721184">
                <a:off x="6264965" y="2643206"/>
                <a:ext cx="215585" cy="215585"/>
              </a:xfrm>
              <a:prstGeom prst="ellipse">
                <a:avLst/>
              </a:prstGeom>
              <a:solidFill>
                <a:srgbClr val="C00000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tx1"/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4" name="橢圓 12">
                <a:extLst>
                  <a:ext uri="{FF2B5EF4-FFF2-40B4-BE49-F238E27FC236}">
                    <a16:creationId xmlns:a16="http://schemas.microsoft.com/office/drawing/2014/main" id="{AF015F07-80F6-F0FA-7A86-529B7394F1DE}"/>
                  </a:ext>
                </a:extLst>
              </p:cNvPr>
              <p:cNvSpPr/>
              <p:nvPr/>
            </p:nvSpPr>
            <p:spPr>
              <a:xfrm rot="2721184">
                <a:off x="5703702" y="2444033"/>
                <a:ext cx="215585" cy="215585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5" name="文字方塊 77">
                <a:extLst>
                  <a:ext uri="{FF2B5EF4-FFF2-40B4-BE49-F238E27FC236}">
                    <a16:creationId xmlns:a16="http://schemas.microsoft.com/office/drawing/2014/main" id="{69123898-B7C8-6B96-C31B-20FD15D359A6}"/>
                  </a:ext>
                </a:extLst>
              </p:cNvPr>
              <p:cNvSpPr txBox="1"/>
              <p:nvPr/>
            </p:nvSpPr>
            <p:spPr>
              <a:xfrm>
                <a:off x="5720025" y="2723253"/>
                <a:ext cx="3529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d1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6" name="文字方塊 78">
                <a:extLst>
                  <a:ext uri="{FF2B5EF4-FFF2-40B4-BE49-F238E27FC236}">
                    <a16:creationId xmlns:a16="http://schemas.microsoft.com/office/drawing/2014/main" id="{25E50A35-1E8C-CEA9-7CBD-5E5E4DEF251D}"/>
                  </a:ext>
                </a:extLst>
              </p:cNvPr>
              <p:cNvSpPr txBox="1"/>
              <p:nvPr/>
            </p:nvSpPr>
            <p:spPr>
              <a:xfrm>
                <a:off x="6583675" y="2594865"/>
                <a:ext cx="42191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ego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7" name="文字方塊 79">
                <a:extLst>
                  <a:ext uri="{FF2B5EF4-FFF2-40B4-BE49-F238E27FC236}">
                    <a16:creationId xmlns:a16="http://schemas.microsoft.com/office/drawing/2014/main" id="{F6B1F12A-FFDD-5FDB-4EC6-42EFFF27C55C}"/>
                  </a:ext>
                </a:extLst>
              </p:cNvPr>
              <p:cNvSpPr txBox="1"/>
              <p:nvPr/>
            </p:nvSpPr>
            <p:spPr>
              <a:xfrm>
                <a:off x="6129424" y="1998725"/>
                <a:ext cx="3529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1000" dirty="0">
                    <a:latin typeface="Hiragino Sans GB W3" panose="020B0300000000000000" pitchFamily="34" charset="-128"/>
                    <a:ea typeface="Hiragino Sans GB W3" panose="020B0300000000000000" pitchFamily="34" charset="-128"/>
                    <a:cs typeface="Times New Roman" panose="02020603050405020304" pitchFamily="18" charset="0"/>
                  </a:rPr>
                  <a:t>d1</a:t>
                </a:r>
                <a:endParaRPr kumimoji="1" lang="zh-TW" altLang="en-US" sz="1000" dirty="0"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橢圓 20">
                <a:extLst>
                  <a:ext uri="{FF2B5EF4-FFF2-40B4-BE49-F238E27FC236}">
                    <a16:creationId xmlns:a16="http://schemas.microsoft.com/office/drawing/2014/main" id="{135DF6B6-8E7D-2EE2-F6D6-5FD07A4CD418}"/>
                  </a:ext>
                </a:extLst>
              </p:cNvPr>
              <p:cNvSpPr/>
              <p:nvPr/>
            </p:nvSpPr>
            <p:spPr>
              <a:xfrm rot="4711812">
                <a:off x="5745571" y="2145622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9" name="橢圓 21">
                <a:extLst>
                  <a:ext uri="{FF2B5EF4-FFF2-40B4-BE49-F238E27FC236}">
                    <a16:creationId xmlns:a16="http://schemas.microsoft.com/office/drawing/2014/main" id="{FB28398F-3A7E-D4B5-AF61-F9B704934665}"/>
                  </a:ext>
                </a:extLst>
              </p:cNvPr>
              <p:cNvSpPr/>
              <p:nvPr/>
            </p:nvSpPr>
            <p:spPr>
              <a:xfrm rot="7441547">
                <a:off x="5473879" y="2238408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0" name="橢圓 22">
                <a:extLst>
                  <a:ext uri="{FF2B5EF4-FFF2-40B4-BE49-F238E27FC236}">
                    <a16:creationId xmlns:a16="http://schemas.microsoft.com/office/drawing/2014/main" id="{F01AFBE7-2745-8C0B-8D75-B8D26E242AA1}"/>
                  </a:ext>
                </a:extLst>
              </p:cNvPr>
              <p:cNvSpPr/>
              <p:nvPr/>
            </p:nvSpPr>
            <p:spPr>
              <a:xfrm rot="4143140">
                <a:off x="5539041" y="2642678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" name="橢圓 23">
                <a:extLst>
                  <a:ext uri="{FF2B5EF4-FFF2-40B4-BE49-F238E27FC236}">
                    <a16:creationId xmlns:a16="http://schemas.microsoft.com/office/drawing/2014/main" id="{728725CD-0556-75FF-E4D0-9E41FA411207}"/>
                  </a:ext>
                </a:extLst>
              </p:cNvPr>
              <p:cNvSpPr/>
              <p:nvPr/>
            </p:nvSpPr>
            <p:spPr>
              <a:xfrm rot="5218443">
                <a:off x="5324900" y="2460949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2" name="直線接點 48">
                <a:extLst>
                  <a:ext uri="{FF2B5EF4-FFF2-40B4-BE49-F238E27FC236}">
                    <a16:creationId xmlns:a16="http://schemas.microsoft.com/office/drawing/2014/main" id="{90D521BA-E169-0FCA-7727-DE1E0457EE0D}"/>
                  </a:ext>
                </a:extLst>
              </p:cNvPr>
              <p:cNvCxnSpPr>
                <a:cxnSpLocks/>
                <a:stCxn id="109" idx="0"/>
                <a:endCxn id="104" idx="2"/>
              </p:cNvCxnSpPr>
              <p:nvPr/>
            </p:nvCxnSpPr>
            <p:spPr>
              <a:xfrm rot="2721184" flipV="1">
                <a:off x="5557954" y="2400851"/>
                <a:ext cx="205746" cy="7381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線接點 49">
                <a:extLst>
                  <a:ext uri="{FF2B5EF4-FFF2-40B4-BE49-F238E27FC236}">
                    <a16:creationId xmlns:a16="http://schemas.microsoft.com/office/drawing/2014/main" id="{2CFBB0C5-A22A-2A3C-D641-03B5A7BFC727}"/>
                  </a:ext>
                </a:extLst>
              </p:cNvPr>
              <p:cNvCxnSpPr>
                <a:cxnSpLocks/>
                <a:stCxn id="104" idx="1"/>
                <a:endCxn id="108" idx="6"/>
              </p:cNvCxnSpPr>
              <p:nvPr/>
            </p:nvCxnSpPr>
            <p:spPr>
              <a:xfrm rot="2721184" flipH="1" flipV="1">
                <a:off x="5754988" y="2290805"/>
                <a:ext cx="121195" cy="129344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線接點 50">
                <a:extLst>
                  <a:ext uri="{FF2B5EF4-FFF2-40B4-BE49-F238E27FC236}">
                    <a16:creationId xmlns:a16="http://schemas.microsoft.com/office/drawing/2014/main" id="{D91ADB5D-DE06-2079-774E-BD53A20DBB98}"/>
                  </a:ext>
                </a:extLst>
              </p:cNvPr>
              <p:cNvCxnSpPr>
                <a:cxnSpLocks/>
                <a:stCxn id="104" idx="3"/>
                <a:endCxn id="111" idx="0"/>
              </p:cNvCxnSpPr>
              <p:nvPr/>
            </p:nvCxnSpPr>
            <p:spPr>
              <a:xfrm rot="2721184" flipH="1">
                <a:off x="5473989" y="2455181"/>
                <a:ext cx="203060" cy="159775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線接點 51">
                <a:extLst>
                  <a:ext uri="{FF2B5EF4-FFF2-40B4-BE49-F238E27FC236}">
                    <a16:creationId xmlns:a16="http://schemas.microsoft.com/office/drawing/2014/main" id="{713D634C-AA66-0579-5654-F4946A8B87B1}"/>
                  </a:ext>
                </a:extLst>
              </p:cNvPr>
              <p:cNvCxnSpPr>
                <a:cxnSpLocks/>
                <a:stCxn id="104" idx="4"/>
                <a:endCxn id="110" idx="0"/>
              </p:cNvCxnSpPr>
              <p:nvPr/>
            </p:nvCxnSpPr>
            <p:spPr>
              <a:xfrm rot="2721184" flipH="1">
                <a:off x="5688372" y="2608175"/>
                <a:ext cx="15572" cy="93262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橢圓 20">
                <a:extLst>
                  <a:ext uri="{FF2B5EF4-FFF2-40B4-BE49-F238E27FC236}">
                    <a16:creationId xmlns:a16="http://schemas.microsoft.com/office/drawing/2014/main" id="{FD89E60D-9E0D-A74C-4BDC-FA6F7669C71B}"/>
                  </a:ext>
                </a:extLst>
              </p:cNvPr>
              <p:cNvSpPr/>
              <p:nvPr/>
            </p:nvSpPr>
            <p:spPr>
              <a:xfrm rot="19175915">
                <a:off x="6004206" y="2872938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7" name="橢圓 21">
                <a:extLst>
                  <a:ext uri="{FF2B5EF4-FFF2-40B4-BE49-F238E27FC236}">
                    <a16:creationId xmlns:a16="http://schemas.microsoft.com/office/drawing/2014/main" id="{CB54CE4F-F3F9-5EB8-4440-0B6F320695B7}"/>
                  </a:ext>
                </a:extLst>
              </p:cNvPr>
              <p:cNvSpPr/>
              <p:nvPr/>
            </p:nvSpPr>
            <p:spPr>
              <a:xfrm rot="305650">
                <a:off x="6216847" y="3065835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橢圓 22">
                <a:extLst>
                  <a:ext uri="{FF2B5EF4-FFF2-40B4-BE49-F238E27FC236}">
                    <a16:creationId xmlns:a16="http://schemas.microsoft.com/office/drawing/2014/main" id="{F8E6CE0F-7BE8-EB80-D524-E03039D074FF}"/>
                  </a:ext>
                </a:extLst>
              </p:cNvPr>
              <p:cNvSpPr/>
              <p:nvPr/>
            </p:nvSpPr>
            <p:spPr>
              <a:xfrm rot="18607243">
                <a:off x="6539140" y="2813234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9" name="橢圓 23">
                <a:extLst>
                  <a:ext uri="{FF2B5EF4-FFF2-40B4-BE49-F238E27FC236}">
                    <a16:creationId xmlns:a16="http://schemas.microsoft.com/office/drawing/2014/main" id="{A4FC94AA-FC41-9D1D-A09F-1E0966260943}"/>
                  </a:ext>
                </a:extLst>
              </p:cNvPr>
              <p:cNvSpPr/>
              <p:nvPr/>
            </p:nvSpPr>
            <p:spPr>
              <a:xfrm rot="19682546">
                <a:off x="6483685" y="3088564"/>
                <a:ext cx="122519" cy="122519"/>
              </a:xfrm>
              <a:prstGeom prst="ellipse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000" b="1" dirty="0">
                  <a:solidFill>
                    <a:schemeClr val="bg1">
                      <a:lumMod val="50000"/>
                    </a:schemeClr>
                  </a:solidFill>
                  <a:latin typeface="Hiragino Sans GB W3" panose="020B0300000000000000" pitchFamily="34" charset="-128"/>
                  <a:ea typeface="Hiragino Sans GB W3" panose="020B0300000000000000" pitchFamily="34" charset="-128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0" name="直線接點 48">
                <a:extLst>
                  <a:ext uri="{FF2B5EF4-FFF2-40B4-BE49-F238E27FC236}">
                    <a16:creationId xmlns:a16="http://schemas.microsoft.com/office/drawing/2014/main" id="{EDF4E6C6-6FC2-9FFE-A7C8-81AC670EADCF}"/>
                  </a:ext>
                </a:extLst>
              </p:cNvPr>
              <p:cNvCxnSpPr>
                <a:cxnSpLocks/>
                <a:stCxn id="117" idx="0"/>
              </p:cNvCxnSpPr>
              <p:nvPr/>
            </p:nvCxnSpPr>
            <p:spPr>
              <a:xfrm rot="17185287" flipV="1">
                <a:off x="6206215" y="2962668"/>
                <a:ext cx="205746" cy="7381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接點 49">
                <a:extLst>
                  <a:ext uri="{FF2B5EF4-FFF2-40B4-BE49-F238E27FC236}">
                    <a16:creationId xmlns:a16="http://schemas.microsoft.com/office/drawing/2014/main" id="{008DA358-838A-51CF-218A-0E0D3A033771}"/>
                  </a:ext>
                </a:extLst>
              </p:cNvPr>
              <p:cNvCxnSpPr>
                <a:cxnSpLocks/>
                <a:endCxn id="116" idx="6"/>
              </p:cNvCxnSpPr>
              <p:nvPr/>
            </p:nvCxnSpPr>
            <p:spPr>
              <a:xfrm rot="17185287" flipH="1" flipV="1">
                <a:off x="6130683" y="2789978"/>
                <a:ext cx="121195" cy="129344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線接點 50">
                <a:extLst>
                  <a:ext uri="{FF2B5EF4-FFF2-40B4-BE49-F238E27FC236}">
                    <a16:creationId xmlns:a16="http://schemas.microsoft.com/office/drawing/2014/main" id="{8597E520-35CD-1917-9B09-E869B02A62A2}"/>
                  </a:ext>
                </a:extLst>
              </p:cNvPr>
              <p:cNvCxnSpPr>
                <a:cxnSpLocks/>
                <a:endCxn id="119" idx="0"/>
              </p:cNvCxnSpPr>
              <p:nvPr/>
            </p:nvCxnSpPr>
            <p:spPr>
              <a:xfrm rot="17185287" flipH="1">
                <a:off x="6363064" y="2897988"/>
                <a:ext cx="203060" cy="159775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接點 51">
                <a:extLst>
                  <a:ext uri="{FF2B5EF4-FFF2-40B4-BE49-F238E27FC236}">
                    <a16:creationId xmlns:a16="http://schemas.microsoft.com/office/drawing/2014/main" id="{2AB10D07-D9AF-8131-7992-C5898A2A32DF}"/>
                  </a:ext>
                </a:extLst>
              </p:cNvPr>
              <p:cNvCxnSpPr>
                <a:cxnSpLocks/>
                <a:endCxn id="118" idx="0"/>
              </p:cNvCxnSpPr>
              <p:nvPr/>
            </p:nvCxnSpPr>
            <p:spPr>
              <a:xfrm rot="17185287" flipH="1">
                <a:off x="6503241" y="2767736"/>
                <a:ext cx="15572" cy="93262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線接點 51">
                <a:extLst>
                  <a:ext uri="{FF2B5EF4-FFF2-40B4-BE49-F238E27FC236}">
                    <a16:creationId xmlns:a16="http://schemas.microsoft.com/office/drawing/2014/main" id="{CEC67F85-B756-C23D-7FAF-E833A0DA3020}"/>
                  </a:ext>
                </a:extLst>
              </p:cNvPr>
              <p:cNvCxnSpPr>
                <a:cxnSpLocks/>
                <a:stCxn id="116" idx="4"/>
                <a:endCxn id="117" idx="1"/>
              </p:cNvCxnSpPr>
              <p:nvPr/>
            </p:nvCxnSpPr>
            <p:spPr>
              <a:xfrm rot="14464103" flipH="1">
                <a:off x="6096231" y="2996004"/>
                <a:ext cx="151516" cy="68942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線接點 51">
                <a:extLst>
                  <a:ext uri="{FF2B5EF4-FFF2-40B4-BE49-F238E27FC236}">
                    <a16:creationId xmlns:a16="http://schemas.microsoft.com/office/drawing/2014/main" id="{C5478086-ECEA-5CC6-59F2-84232B11D437}"/>
                  </a:ext>
                </a:extLst>
              </p:cNvPr>
              <p:cNvCxnSpPr>
                <a:cxnSpLocks/>
                <a:stCxn id="117" idx="6"/>
                <a:endCxn id="119" idx="1"/>
              </p:cNvCxnSpPr>
              <p:nvPr/>
            </p:nvCxnSpPr>
            <p:spPr>
              <a:xfrm rot="14464103" flipH="1">
                <a:off x="6375330" y="3071153"/>
                <a:ext cx="73729" cy="126227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線接點 51">
                <a:extLst>
                  <a:ext uri="{FF2B5EF4-FFF2-40B4-BE49-F238E27FC236}">
                    <a16:creationId xmlns:a16="http://schemas.microsoft.com/office/drawing/2014/main" id="{34868484-4B22-D0DC-C781-9EE6BD7A5EAE}"/>
                  </a:ext>
                </a:extLst>
              </p:cNvPr>
              <p:cNvCxnSpPr>
                <a:cxnSpLocks/>
                <a:stCxn id="119" idx="7"/>
                <a:endCxn id="118" idx="3"/>
              </p:cNvCxnSpPr>
              <p:nvPr/>
            </p:nvCxnSpPr>
            <p:spPr>
              <a:xfrm rot="14464103">
                <a:off x="6525862" y="2954942"/>
                <a:ext cx="112656" cy="115791"/>
              </a:xfrm>
              <a:prstGeom prst="line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5731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1695</TotalTime>
  <Words>86</Words>
  <Application>Microsoft Macintosh PowerPoint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Hiragino Sans GB W3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 Shin Liou</dc:creator>
  <cp:lastModifiedBy>Yu Shin Liou</cp:lastModifiedBy>
  <cp:revision>1</cp:revision>
  <dcterms:created xsi:type="dcterms:W3CDTF">2025-12-13T13:25:00Z</dcterms:created>
  <dcterms:modified xsi:type="dcterms:W3CDTF">2025-12-14T17:40:46Z</dcterms:modified>
</cp:coreProperties>
</file>