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>
        <p:scale>
          <a:sx n="265" d="100"/>
          <a:sy n="265" d="100"/>
        </p:scale>
        <p:origin x="144" y="-4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60939-3C8C-53BC-1D6F-98E7548F7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A8F76-364F-2392-D564-A5C46DC47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CEDBE-A181-1A24-5DD1-B828C621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E59E3-9CB0-B2E5-FFF9-8E28692A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D872B-8D4C-41DE-2EEA-D26A3CF6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02258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C8D1-E678-1240-12D1-F077CB61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6DB11-1294-EEFC-8AFE-7047F3AA2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DBD64-8A14-CAD0-B527-6058CC74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E7F4E-CBBF-0069-E676-FF4C1E62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1049-5C5E-CDC4-D08F-D80EB38A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1157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018E-0B9B-DC0E-2DBD-79D5F3C8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7E1CC-4E1F-4AE0-9BAB-A2A596028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6D4E7-85D9-1A03-294B-A83DD45F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F38BA-2024-3834-158E-3CF817EC4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8AA7E-0794-3708-F935-734E767C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93698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11BB-E17F-120E-68AC-944EFCAF8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3F403-EE79-468C-8D62-248C6651C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DE057-450E-1D28-1D95-D444250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A35AD-3895-5BB0-0E7A-41CF422F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6D1E7-491A-766B-368E-A20522BF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1F27E-B4D6-3323-7D5E-1C2A1B3F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5526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40A1-13F3-C605-149B-057C05DA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0D92E-38A3-7DE0-8667-140258C35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8F64A-63AF-CABE-9CC6-842AA6B7D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FC261-B04F-9231-29DA-17F8058F2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26E0A-ACD2-2697-301F-F2C14D77A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D4B08-2E8E-19A1-CE2F-F9830AE7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EC821-83CE-D755-0D12-D0C411F7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B54E6-B659-9A99-0A29-21B569DB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8632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098E-7C35-DDFE-5137-DEB4B5BE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0D71A-20A7-C1AB-1CD2-1853FA1C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927E6-97FF-734F-0229-F124EFC5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5BDF4-9BAF-E8C5-9F52-4B5416E3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862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C3258-CB0D-6D69-AF73-45A875CBC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52321-5358-09B8-94FE-B0C1B4D9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B8BAF-F6BD-E4D5-1C8A-8349B995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8676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2C27-98CA-7686-0222-01F32C7A4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811A-1BF4-1B84-B081-9488705A8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93DD1-8E95-3E21-120C-253C7165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65EED-BFB2-8E56-76A2-2487B087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44EC8-87D7-8EA9-4B01-49EECE1A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4B776-D25E-C679-2A2E-8039F7B9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0065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C78E-3FF2-0706-6EBF-8204984AF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ECE714-1D1E-EED4-ABAC-C51D2067F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20C9F-8E5E-7A0B-2303-D5FC9DEF8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3645D-1658-97DD-16FC-A0722562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91B6B-CA1A-4199-7CFF-6F69A41F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C809E-7F41-BC6D-227A-48C3C2F1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03156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7CCC-BE91-81E3-AF9C-01C0B7B7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3895F-81D2-6BBE-DA72-9FC1584CB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89E16-C4F5-C9A2-FC4B-9591836B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401AD-41AA-5920-3D81-E40E23B9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08F83-AB11-554F-E98B-F9236025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22945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FE1A5-8364-159A-6C29-D3937221A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87BC7-CE01-A18B-D995-33C0892D7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5B7EB-7E50-79DD-B18B-C7B65E8CE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56F4F-6928-E293-D4C3-0DD656747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F58B-6BE0-3119-204E-888B6093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5045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5B2A3-E69A-1BB6-059B-2302990E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ED32C-BAD7-C48B-D1D7-B02956849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7F9A9-2ADF-DC4D-617B-CC2174EC9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0C2C4-4704-8641-8D59-79922C50DFDA}" type="datetimeFigureOut">
              <a:rPr lang="en-TW" smtClean="0"/>
              <a:t>2025/12/10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33F90-86CD-295C-CC3E-D64AC3E4B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CB253-98A2-D4A4-7EF9-31B0695D4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F70C8-F14C-FC49-9BEB-9685E89FEC27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7239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23F24C-026C-A15A-82E9-4B40C3A241A3}"/>
              </a:ext>
            </a:extLst>
          </p:cNvPr>
          <p:cNvSpPr/>
          <p:nvPr/>
        </p:nvSpPr>
        <p:spPr>
          <a:xfrm>
            <a:off x="1681655" y="1008993"/>
            <a:ext cx="4225159" cy="531823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pic>
        <p:nvPicPr>
          <p:cNvPr id="7" name="Picture 6" descr="A pixel art of a duck&#10;&#10;AI-generated content may be incorrect.">
            <a:extLst>
              <a:ext uri="{FF2B5EF4-FFF2-40B4-BE49-F238E27FC236}">
                <a16:creationId xmlns:a16="http://schemas.microsoft.com/office/drawing/2014/main" id="{2D3C2DEB-D795-541C-F77C-CD7FB4F69F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3000"/>
                    </a14:imgEffect>
                    <a14:imgEffect>
                      <a14:colorTemperature colorTemp="6672"/>
                    </a14:imgEffect>
                    <a14:imgEffect>
                      <a14:saturation sat="253000"/>
                    </a14:imgEffect>
                    <a14:imgEffect>
                      <a14:brightnessContrast bright="-10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2207526" y="1987946"/>
            <a:ext cx="3365655" cy="336565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F01FD-0221-0F72-E5DB-ED7A99F05C61}"/>
              </a:ext>
            </a:extLst>
          </p:cNvPr>
          <p:cNvGrpSpPr/>
          <p:nvPr/>
        </p:nvGrpSpPr>
        <p:grpSpPr>
          <a:xfrm>
            <a:off x="5775223" y="877402"/>
            <a:ext cx="263182" cy="263182"/>
            <a:chOff x="5219112" y="1291666"/>
            <a:chExt cx="263182" cy="26318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AD37D1-4F4C-EF4A-4E91-5D226CBE1660}"/>
                </a:ext>
              </a:extLst>
            </p:cNvPr>
            <p:cNvSpPr/>
            <p:nvPr/>
          </p:nvSpPr>
          <p:spPr>
            <a:xfrm>
              <a:off x="5231469" y="1319310"/>
              <a:ext cx="223181" cy="223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367DC2B-97A3-9F01-996B-25F362CED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9112" y="1291666"/>
              <a:ext cx="263182" cy="26318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CCF3DF-E911-6876-D595-85EEDE821CCE}"/>
              </a:ext>
            </a:extLst>
          </p:cNvPr>
          <p:cNvGrpSpPr/>
          <p:nvPr/>
        </p:nvGrpSpPr>
        <p:grpSpPr>
          <a:xfrm>
            <a:off x="1550464" y="877402"/>
            <a:ext cx="263182" cy="263182"/>
            <a:chOff x="5219112" y="1291666"/>
            <a:chExt cx="263182" cy="26318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4E5A972-0A4B-E74F-176B-B91DDF3420D2}"/>
                </a:ext>
              </a:extLst>
            </p:cNvPr>
            <p:cNvSpPr/>
            <p:nvPr/>
          </p:nvSpPr>
          <p:spPr>
            <a:xfrm>
              <a:off x="5231469" y="1319310"/>
              <a:ext cx="223181" cy="223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8799B23-FFAE-A948-2726-4A917AAA2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9112" y="1291666"/>
              <a:ext cx="263182" cy="263182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D31062-13D6-3476-2BB3-1B2980BF493E}"/>
              </a:ext>
            </a:extLst>
          </p:cNvPr>
          <p:cNvGrpSpPr/>
          <p:nvPr/>
        </p:nvGrpSpPr>
        <p:grpSpPr>
          <a:xfrm>
            <a:off x="5775223" y="6190182"/>
            <a:ext cx="263182" cy="263182"/>
            <a:chOff x="5219112" y="1291666"/>
            <a:chExt cx="263182" cy="26318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080404C-2F71-9C71-8563-2B571ADFBDCE}"/>
                </a:ext>
              </a:extLst>
            </p:cNvPr>
            <p:cNvSpPr/>
            <p:nvPr/>
          </p:nvSpPr>
          <p:spPr>
            <a:xfrm>
              <a:off x="5231469" y="1319310"/>
              <a:ext cx="223181" cy="223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423410D-8787-D409-13D1-391794007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9112" y="1291666"/>
              <a:ext cx="263182" cy="26318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B145C14-1B41-FC01-0083-E94D16CD4927}"/>
              </a:ext>
            </a:extLst>
          </p:cNvPr>
          <p:cNvGrpSpPr/>
          <p:nvPr/>
        </p:nvGrpSpPr>
        <p:grpSpPr>
          <a:xfrm>
            <a:off x="1617841" y="6120936"/>
            <a:ext cx="263182" cy="263182"/>
            <a:chOff x="5219112" y="1291666"/>
            <a:chExt cx="263182" cy="26318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57DDF4-F2BC-AD6A-D189-CF2CDA1B4FC7}"/>
                </a:ext>
              </a:extLst>
            </p:cNvPr>
            <p:cNvSpPr/>
            <p:nvPr/>
          </p:nvSpPr>
          <p:spPr>
            <a:xfrm>
              <a:off x="5231469" y="1319310"/>
              <a:ext cx="223181" cy="2231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F8A2794-7217-3945-58FF-EB818688F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9112" y="1291666"/>
              <a:ext cx="263182" cy="2631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6792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Shin Liou</dc:creator>
  <cp:lastModifiedBy>Yu Shin Liou</cp:lastModifiedBy>
  <cp:revision>2</cp:revision>
  <dcterms:created xsi:type="dcterms:W3CDTF">2025-12-09T22:13:44Z</dcterms:created>
  <dcterms:modified xsi:type="dcterms:W3CDTF">2025-12-09T23:26:05Z</dcterms:modified>
</cp:coreProperties>
</file>