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20" r:id="rId2"/>
    <p:sldId id="256" r:id="rId3"/>
    <p:sldId id="321" r:id="rId4"/>
    <p:sldId id="322" r:id="rId5"/>
    <p:sldId id="323" r:id="rId6"/>
    <p:sldId id="324" r:id="rId7"/>
    <p:sldId id="334" r:id="rId8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889"/>
    <p:restoredTop sz="94609"/>
  </p:normalViewPr>
  <p:slideViewPr>
    <p:cSldViewPr snapToGrid="0">
      <p:cViewPr varScale="1">
        <p:scale>
          <a:sx n="121" d="100"/>
          <a:sy n="121" d="100"/>
        </p:scale>
        <p:origin x="18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FDD26-D124-F74B-B845-51EC8A19621A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2FEA8-C391-9746-899B-CB626110789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0084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C2E01-B351-C346-A4FB-0A5EB25E5B4A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5424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C2E01-B351-C346-A4FB-0A5EB25E5B4A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3072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D127-5941-9C1E-E1E0-B3B26F567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0545F-AEDB-4789-EF87-F50D38B57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ED6DB-CAE8-F55D-08D0-2F4FFEE7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AF1E-FF0C-2899-5E23-B885075B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46FF-0AA2-02A8-304F-68CAF7B5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11046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A7C9-C37B-24FF-236A-69573274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4750-65E8-A999-A151-359376BB1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67A07-C695-F983-ABA6-BF148BD42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28C24-0979-3637-179C-5791FD0E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E9020-61E3-4376-6D29-16AA93C6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3333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4D70-A25D-8691-1C78-0E215E6B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4AD70-7E78-D519-5BCF-6EAA0A612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2CC0E-D343-30D1-C40F-20887514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C9B8-C356-44E3-2683-0B9EAAE1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1AF0C-24AE-739A-6B65-BFE20E63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6746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4887-8899-F123-B56C-81A853CD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AC968-9BBF-66D7-2866-5E752CBC4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77F64-620F-9F6A-1DAA-421212EFE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F2CC-2073-899D-AB4E-C630B89C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B9B07-9C0A-AC96-2F3E-26D6C9D1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D67D2-D9E3-FC3D-4291-D4C2381E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20262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24C1-C252-C345-67EC-F74763E56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D08B7-668D-917E-858B-6D1EB1607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79A02-8A6D-1857-4756-6BCD8A528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C60B1-2B53-47C8-B947-36FA58E47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CB9EE-6311-B36C-E2FE-95A63CFD9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6C885-F1C0-D72C-67BC-0E0B7DAE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96064-9C74-A79A-EF32-B4368A2F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1048E-B4CE-D288-041E-A585C7F4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1506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0973-A456-F0AB-916D-1C1912DA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B5265-558F-CAE6-E12F-1DD5EE5D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5FBC2-918D-C576-A145-19745BCE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C065F-6890-2D10-E31F-54E3D456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6632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F1F76-2FDA-B48F-7DE4-9CD48DB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C811E-3C89-7AA3-A789-E1613ED3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F9B19-3617-1776-E09C-51E3C53E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0482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A3F0-52BF-AC0B-AD8F-800CF502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21A0A-14C9-BE96-AEF1-149173C98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9E3AF-DF89-EA14-6687-83F02388C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83E3E-AF79-E1E6-EE91-324C7A9B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925AC-F72B-2128-75B4-F406CFE4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FFCAD-910E-3213-7600-880536B9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4523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5852-357A-FB28-F7BD-D0C4FBCD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F66C15-71E5-E574-EC5F-C36CC6AC9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DEB46-B549-B4D8-A8A8-9E0BCF742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1B646-546E-4E98-E2BC-8B487B0C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6D38C-C8CA-2AE5-2E34-56AD31AA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75E86-F4FD-1F13-46F2-36D4B6EA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3994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43DF-9A58-39E4-B0C8-C98928FC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4352F-DB66-9B7C-483B-BEF1D9C5E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99B81-F6E9-FE52-242F-7C80D977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32D45-249B-A2D4-C34B-BA1C2057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F1E01-0AEA-6474-0393-CE4293B7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924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EE186-E71E-7F6F-687A-0C667CF87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D3B16-A0A8-4C56-E687-C5ADE36FF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BF056-EC3A-BB6F-C1EF-5753A47E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5EC63-E040-97DE-4216-4178D586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D681-3429-3A76-7F45-5F8D8E74D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61199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8400E-639A-CB4E-BD60-F502F2BD19B9}" type="datetime1">
              <a:rPr kumimoji="1" lang="en-GB" altLang="zh-TW" smtClean="0"/>
              <a:t>16/12/2025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599" y="6356355"/>
            <a:ext cx="2743200" cy="365125"/>
          </a:xfrm>
        </p:spPr>
        <p:txBody>
          <a:bodyPr/>
          <a:lstStyle/>
          <a:p>
            <a:fld id="{DA01BD66-78D8-734A-AA1D-CCAFC64BAC8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4773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  <p15:guide id="4" orient="horz" pos="41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601C2-9B70-B37A-B6FA-76F7F2A2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FB168-77E7-4375-9038-11065681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3C764-179C-2E81-078C-757FCA02A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2DD68-69C3-6C4D-8B02-C4C7EC16CEF6}" type="datetimeFigureOut">
              <a:rPr lang="en-TW" smtClean="0"/>
              <a:t>2025/12/16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36650-CB00-0BCB-B00A-57B1FAD77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776AD-7FBA-EE8E-8CCD-25CF14C3B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31F5C-A9DC-B146-A860-F087267A395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5723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icture 262">
            <a:extLst>
              <a:ext uri="{FF2B5EF4-FFF2-40B4-BE49-F238E27FC236}">
                <a16:creationId xmlns:a16="http://schemas.microsoft.com/office/drawing/2014/main" id="{0DAF81B1-ADCD-ABDC-4EBB-6F790F10212D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965757" y="1588476"/>
            <a:ext cx="1329494" cy="746702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11B35496-F4D3-2002-F67C-A81E5B590BD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349528" y="1556896"/>
            <a:ext cx="1267051" cy="71287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5BAA11B4-CAA5-3B4C-8933-FFFEE3806970}"/>
              </a:ext>
            </a:extLst>
          </p:cNvPr>
          <p:cNvGrpSpPr/>
          <p:nvPr/>
        </p:nvGrpSpPr>
        <p:grpSpPr>
          <a:xfrm>
            <a:off x="2701166" y="2141652"/>
            <a:ext cx="1194421" cy="579623"/>
            <a:chOff x="896365" y="3006469"/>
            <a:chExt cx="757881" cy="367783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99C6AEA-E2E5-F8ED-40D9-160B6B96C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 rot="1080918">
              <a:off x="910565" y="3072381"/>
              <a:ext cx="301871" cy="301871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42F7D59-064C-4FEB-84ED-3F2DA2C9C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 rot="6500427">
              <a:off x="1179149" y="3039838"/>
              <a:ext cx="279376" cy="279376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5DEA460-72A2-6D5D-5B10-C8BBB57304FD}"/>
                </a:ext>
              </a:extLst>
            </p:cNvPr>
            <p:cNvSpPr/>
            <p:nvPr/>
          </p:nvSpPr>
          <p:spPr>
            <a:xfrm>
              <a:off x="896365" y="3006469"/>
              <a:ext cx="122957" cy="120113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FC98399-F46F-FD31-D3C5-44B513B9A3D1}"/>
                </a:ext>
              </a:extLst>
            </p:cNvPr>
            <p:cNvSpPr txBox="1"/>
            <p:nvPr/>
          </p:nvSpPr>
          <p:spPr>
            <a:xfrm rot="2843675">
              <a:off x="1403062" y="3024406"/>
              <a:ext cx="178203" cy="205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6637FA0-E919-8A36-21D2-66E954F7471F}"/>
                </a:ext>
              </a:extLst>
            </p:cNvPr>
            <p:cNvSpPr txBox="1"/>
            <p:nvPr/>
          </p:nvSpPr>
          <p:spPr>
            <a:xfrm rot="852245">
              <a:off x="1410268" y="3117144"/>
              <a:ext cx="243978" cy="15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D741B3-C1D2-1CEE-6BD8-F8300EC81259}"/>
              </a:ext>
            </a:extLst>
          </p:cNvPr>
          <p:cNvGrpSpPr/>
          <p:nvPr/>
        </p:nvGrpSpPr>
        <p:grpSpPr>
          <a:xfrm>
            <a:off x="1893255" y="1165648"/>
            <a:ext cx="2698618" cy="253916"/>
            <a:chOff x="587095" y="3572047"/>
            <a:chExt cx="2698618" cy="253916"/>
          </a:xfrm>
        </p:grpSpPr>
        <p:sp>
          <p:nvSpPr>
            <p:cNvPr id="293" name="Google Shape;1651;p69">
              <a:extLst>
                <a:ext uri="{FF2B5EF4-FFF2-40B4-BE49-F238E27FC236}">
                  <a16:creationId xmlns:a16="http://schemas.microsoft.com/office/drawing/2014/main" id="{8A19F5CF-BA18-CB6C-2759-AF4ABCBECF38}"/>
                </a:ext>
              </a:extLst>
            </p:cNvPr>
            <p:cNvSpPr/>
            <p:nvPr/>
          </p:nvSpPr>
          <p:spPr>
            <a:xfrm>
              <a:off x="634892" y="3615015"/>
              <a:ext cx="2650821" cy="16211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6C61DC6-DE49-05B6-4F1B-3412F11AE479}"/>
                </a:ext>
              </a:extLst>
            </p:cNvPr>
            <p:cNvSpPr txBox="1"/>
            <p:nvPr/>
          </p:nvSpPr>
          <p:spPr>
            <a:xfrm>
              <a:off x="587095" y="3572047"/>
              <a:ext cx="123151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3E3E3E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Texture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5B854CB-78F1-46DC-36BC-15A4C55E6B45}"/>
              </a:ext>
            </a:extLst>
          </p:cNvPr>
          <p:cNvGrpSpPr/>
          <p:nvPr/>
        </p:nvGrpSpPr>
        <p:grpSpPr>
          <a:xfrm>
            <a:off x="4976932" y="1168278"/>
            <a:ext cx="2705275" cy="253916"/>
            <a:chOff x="3670771" y="3574677"/>
            <a:chExt cx="2705275" cy="253916"/>
          </a:xfrm>
        </p:grpSpPr>
        <p:sp>
          <p:nvSpPr>
            <p:cNvPr id="295" name="Google Shape;1651;p69">
              <a:extLst>
                <a:ext uri="{FF2B5EF4-FFF2-40B4-BE49-F238E27FC236}">
                  <a16:creationId xmlns:a16="http://schemas.microsoft.com/office/drawing/2014/main" id="{32F054EF-8C96-8D62-E73F-D55C4B7A7EB9}"/>
                </a:ext>
              </a:extLst>
            </p:cNvPr>
            <p:cNvSpPr/>
            <p:nvPr/>
          </p:nvSpPr>
          <p:spPr>
            <a:xfrm>
              <a:off x="3725225" y="3615015"/>
              <a:ext cx="2650821" cy="16211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07CD630-A53C-C209-0401-05DC8A456599}"/>
                </a:ext>
              </a:extLst>
            </p:cNvPr>
            <p:cNvSpPr txBox="1"/>
            <p:nvPr/>
          </p:nvSpPr>
          <p:spPr>
            <a:xfrm>
              <a:off x="3670771" y="3574677"/>
              <a:ext cx="125505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3E3E3E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Line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B52461C-8824-CFBB-C38D-FB49C4DAB0C1}"/>
              </a:ext>
            </a:extLst>
          </p:cNvPr>
          <p:cNvGrpSpPr/>
          <p:nvPr/>
        </p:nvGrpSpPr>
        <p:grpSpPr>
          <a:xfrm>
            <a:off x="7870218" y="1174477"/>
            <a:ext cx="2699122" cy="253916"/>
            <a:chOff x="6564058" y="3580876"/>
            <a:chExt cx="2699122" cy="253916"/>
          </a:xfrm>
        </p:grpSpPr>
        <p:sp>
          <p:nvSpPr>
            <p:cNvPr id="299" name="Google Shape;1651;p69">
              <a:extLst>
                <a:ext uri="{FF2B5EF4-FFF2-40B4-BE49-F238E27FC236}">
                  <a16:creationId xmlns:a16="http://schemas.microsoft.com/office/drawing/2014/main" id="{10D6AB57-AF85-9B30-466F-B64F9ED4EFAC}"/>
                </a:ext>
              </a:extLst>
            </p:cNvPr>
            <p:cNvSpPr/>
            <p:nvPr/>
          </p:nvSpPr>
          <p:spPr>
            <a:xfrm>
              <a:off x="6612359" y="3623482"/>
              <a:ext cx="2650821" cy="16211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F4BF8C8-DBFC-8255-CFFD-166F34BCA1F4}"/>
                </a:ext>
              </a:extLst>
            </p:cNvPr>
            <p:cNvSpPr txBox="1"/>
            <p:nvPr/>
          </p:nvSpPr>
          <p:spPr>
            <a:xfrm>
              <a:off x="6564058" y="3580876"/>
              <a:ext cx="122699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3E3E3E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Arrow</a:t>
              </a:r>
            </a:p>
          </p:txBody>
        </p:sp>
      </p:grpSp>
      <p:pic>
        <p:nvPicPr>
          <p:cNvPr id="171" name="Picture 170">
            <a:extLst>
              <a:ext uri="{FF2B5EF4-FFF2-40B4-BE49-F238E27FC236}">
                <a16:creationId xmlns:a16="http://schemas.microsoft.com/office/drawing/2014/main" id="{BF47AD56-F013-A959-F716-6C850C0CC777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7828003" y="1801369"/>
            <a:ext cx="2850325" cy="401969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A333F5CC-D45C-B57E-8ED4-A34C1F674C6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 rot="5053028">
            <a:off x="7812883" y="2052412"/>
            <a:ext cx="379429" cy="37943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A797E2B-5FAE-D4A4-9872-B918D5406A97}"/>
              </a:ext>
            </a:extLst>
          </p:cNvPr>
          <p:cNvGrpSpPr/>
          <p:nvPr/>
        </p:nvGrpSpPr>
        <p:grpSpPr>
          <a:xfrm>
            <a:off x="4860003" y="3893302"/>
            <a:ext cx="2697226" cy="253916"/>
            <a:chOff x="3611087" y="6363014"/>
            <a:chExt cx="2697226" cy="253916"/>
          </a:xfrm>
        </p:grpSpPr>
        <p:sp>
          <p:nvSpPr>
            <p:cNvPr id="297" name="Google Shape;1651;p69">
              <a:extLst>
                <a:ext uri="{FF2B5EF4-FFF2-40B4-BE49-F238E27FC236}">
                  <a16:creationId xmlns:a16="http://schemas.microsoft.com/office/drawing/2014/main" id="{A63A896E-EBE7-F2C2-D38F-1F8FBFC34093}"/>
                </a:ext>
              </a:extLst>
            </p:cNvPr>
            <p:cNvSpPr/>
            <p:nvPr/>
          </p:nvSpPr>
          <p:spPr>
            <a:xfrm>
              <a:off x="3657492" y="6409015"/>
              <a:ext cx="2650821" cy="16211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3E7C5CFD-48EF-6F56-3530-EED1F8CA9AE3}"/>
                </a:ext>
              </a:extLst>
            </p:cNvPr>
            <p:cNvSpPr txBox="1"/>
            <p:nvPr/>
          </p:nvSpPr>
          <p:spPr>
            <a:xfrm>
              <a:off x="3611087" y="6363014"/>
              <a:ext cx="183477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3E3E3E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Corner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C018E05-A25F-6148-3DB2-BE86F80FB005}"/>
              </a:ext>
            </a:extLst>
          </p:cNvPr>
          <p:cNvGrpSpPr/>
          <p:nvPr/>
        </p:nvGrpSpPr>
        <p:grpSpPr>
          <a:xfrm>
            <a:off x="1860543" y="4287356"/>
            <a:ext cx="2780416" cy="905154"/>
            <a:chOff x="392865" y="2675785"/>
            <a:chExt cx="1764224" cy="574337"/>
          </a:xfrm>
        </p:grpSpPr>
        <p:pic>
          <p:nvPicPr>
            <p:cNvPr id="213" name="Picture 212">
              <a:extLst>
                <a:ext uri="{FF2B5EF4-FFF2-40B4-BE49-F238E27FC236}">
                  <a16:creationId xmlns:a16="http://schemas.microsoft.com/office/drawing/2014/main" id="{73FED5A2-AB3B-FBE1-ED02-9B628973F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</a:blip>
            <a:stretch>
              <a:fillRect/>
            </a:stretch>
          </p:blipFill>
          <p:spPr>
            <a:xfrm>
              <a:off x="392865" y="2675785"/>
              <a:ext cx="842302" cy="561534"/>
            </a:xfrm>
            <a:prstGeom prst="rect">
              <a:avLst/>
            </a:prstGeom>
          </p:spPr>
        </p:pic>
        <p:pic>
          <p:nvPicPr>
            <p:cNvPr id="214" name="Picture 213">
              <a:extLst>
                <a:ext uri="{FF2B5EF4-FFF2-40B4-BE49-F238E27FC236}">
                  <a16:creationId xmlns:a16="http://schemas.microsoft.com/office/drawing/2014/main" id="{C795A83C-1D5E-9D20-87DF-90973ABC7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 rot="1080918">
              <a:off x="902297" y="2945051"/>
              <a:ext cx="301871" cy="301871"/>
            </a:xfrm>
            <a:prstGeom prst="rect">
              <a:avLst/>
            </a:prstGeom>
          </p:spPr>
        </p:pic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05B75716-C129-3F3B-2E4C-F00632846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tretch>
              <a:fillRect/>
            </a:stretch>
          </p:blipFill>
          <p:spPr>
            <a:xfrm>
              <a:off x="1313884" y="2688588"/>
              <a:ext cx="843205" cy="561534"/>
            </a:xfrm>
            <a:prstGeom prst="rect">
              <a:avLst/>
            </a:prstGeom>
          </p:spPr>
        </p:pic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9DF7C9AB-F6F0-8601-4959-00D66F3EAC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-11842" t="-709" r="-6904" b="1305"/>
            <a:stretch/>
          </p:blipFill>
          <p:spPr>
            <a:xfrm rot="6500427">
              <a:off x="1159724" y="2885608"/>
              <a:ext cx="331749" cy="277711"/>
            </a:xfrm>
            <a:prstGeom prst="ellipse">
              <a:avLst/>
            </a:prstGeom>
            <a:solidFill>
              <a:schemeClr val="bg1">
                <a:alpha val="78974"/>
              </a:schemeClr>
            </a:solidFill>
          </p:spPr>
        </p:pic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B2918B2-B610-D020-D054-4B6FB66A9DE2}"/>
                </a:ext>
              </a:extLst>
            </p:cNvPr>
            <p:cNvSpPr/>
            <p:nvPr/>
          </p:nvSpPr>
          <p:spPr>
            <a:xfrm>
              <a:off x="831840" y="2814694"/>
              <a:ext cx="161945" cy="147453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 dirty="0">
                <a:solidFill>
                  <a:srgbClr val="E5BAB4"/>
                </a:solidFill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ED60A659-25FD-4659-0E50-14E6B7797BBC}"/>
                </a:ext>
              </a:extLst>
            </p:cNvPr>
            <p:cNvSpPr txBox="1"/>
            <p:nvPr/>
          </p:nvSpPr>
          <p:spPr>
            <a:xfrm rot="2236126">
              <a:off x="1446472" y="2896011"/>
              <a:ext cx="178202" cy="205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rgbClr val="C00000"/>
                  </a:solidFill>
                </a:rPr>
                <a:t>?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FB38D1D1-0EEA-7827-200F-D4EB8926E415}"/>
                </a:ext>
              </a:extLst>
            </p:cNvPr>
            <p:cNvSpPr txBox="1"/>
            <p:nvPr/>
          </p:nvSpPr>
          <p:spPr>
            <a:xfrm rot="852245">
              <a:off x="1421383" y="2911730"/>
              <a:ext cx="139400" cy="15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81D2E4-76A1-1C5C-81DE-5B1395CF5834}"/>
              </a:ext>
            </a:extLst>
          </p:cNvPr>
          <p:cNvGrpSpPr/>
          <p:nvPr/>
        </p:nvGrpSpPr>
        <p:grpSpPr>
          <a:xfrm>
            <a:off x="1856593" y="3893035"/>
            <a:ext cx="2703436" cy="253916"/>
            <a:chOff x="607677" y="6362747"/>
            <a:chExt cx="2703436" cy="253916"/>
          </a:xfrm>
        </p:grpSpPr>
        <p:sp>
          <p:nvSpPr>
            <p:cNvPr id="296" name="Google Shape;1651;p69">
              <a:extLst>
                <a:ext uri="{FF2B5EF4-FFF2-40B4-BE49-F238E27FC236}">
                  <a16:creationId xmlns:a16="http://schemas.microsoft.com/office/drawing/2014/main" id="{1C20F8BA-DC40-047A-25D9-A6571121DDE8}"/>
                </a:ext>
              </a:extLst>
            </p:cNvPr>
            <p:cNvSpPr/>
            <p:nvPr/>
          </p:nvSpPr>
          <p:spPr>
            <a:xfrm>
              <a:off x="660292" y="6409015"/>
              <a:ext cx="2650821" cy="16211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44F87B06-E52F-B27D-1860-3A12633101B1}"/>
                </a:ext>
              </a:extLst>
            </p:cNvPr>
            <p:cNvSpPr txBox="1"/>
            <p:nvPr/>
          </p:nvSpPr>
          <p:spPr>
            <a:xfrm>
              <a:off x="607677" y="6362747"/>
              <a:ext cx="183477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3E3E3E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Shape</a:t>
              </a:r>
            </a:p>
          </p:txBody>
        </p:sp>
      </p:grpSp>
      <p:pic>
        <p:nvPicPr>
          <p:cNvPr id="173" name="Picture 172">
            <a:extLst>
              <a:ext uri="{FF2B5EF4-FFF2-40B4-BE49-F238E27FC236}">
                <a16:creationId xmlns:a16="http://schemas.microsoft.com/office/drawing/2014/main" id="{F82FD0D8-1856-CEEF-AB87-88B567399796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6425043" y="1439284"/>
            <a:ext cx="1067678" cy="1091874"/>
          </a:xfrm>
          <a:prstGeom prst="rect">
            <a:avLst/>
          </a:prstGeom>
        </p:spPr>
      </p:pic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F5E99FF-8A08-DFFC-9A5E-A1556148166F}"/>
              </a:ext>
            </a:extLst>
          </p:cNvPr>
          <p:cNvGrpSpPr/>
          <p:nvPr/>
        </p:nvGrpSpPr>
        <p:grpSpPr>
          <a:xfrm>
            <a:off x="5262271" y="1577527"/>
            <a:ext cx="1055571" cy="832612"/>
            <a:chOff x="3987361" y="1797625"/>
            <a:chExt cx="1055571" cy="832612"/>
          </a:xfrm>
        </p:grpSpPr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3B9D0F34-AB91-0C8F-DE70-F5432D864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</a:blip>
            <a:stretch>
              <a:fillRect/>
            </a:stretch>
          </p:blipFill>
          <p:spPr>
            <a:xfrm>
              <a:off x="4215051" y="1797625"/>
              <a:ext cx="827881" cy="832612"/>
            </a:xfrm>
            <a:prstGeom prst="rect">
              <a:avLst/>
            </a:prstGeom>
          </p:spPr>
        </p:pic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A3B185D2-0449-918F-465D-C835E1C30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 rot="5053028">
              <a:off x="3987362" y="1953952"/>
              <a:ext cx="379429" cy="379431"/>
            </a:xfrm>
            <a:prstGeom prst="rect">
              <a:avLst/>
            </a:prstGeom>
          </p:spPr>
        </p:pic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6135BD9B-2BEF-5327-7315-1076EDB83DDA}"/>
                </a:ext>
              </a:extLst>
            </p:cNvPr>
            <p:cNvSpPr/>
            <p:nvPr/>
          </p:nvSpPr>
          <p:spPr>
            <a:xfrm>
              <a:off x="4273164" y="2360088"/>
              <a:ext cx="324281" cy="221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8D40A15F-45DA-C2F1-06CC-F6EBBF140679}"/>
              </a:ext>
            </a:extLst>
          </p:cNvPr>
          <p:cNvCxnSpPr/>
          <p:nvPr/>
        </p:nvCxnSpPr>
        <p:spPr>
          <a:xfrm>
            <a:off x="8284811" y="2283391"/>
            <a:ext cx="527201" cy="0"/>
          </a:xfrm>
          <a:prstGeom prst="straightConnector1">
            <a:avLst/>
          </a:prstGeom>
          <a:ln w="127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DCDA87B-82CF-D4D9-726D-EC3388BDBC31}"/>
              </a:ext>
            </a:extLst>
          </p:cNvPr>
          <p:cNvGrpSpPr/>
          <p:nvPr/>
        </p:nvGrpSpPr>
        <p:grpSpPr>
          <a:xfrm>
            <a:off x="4928698" y="4214484"/>
            <a:ext cx="2373754" cy="1168337"/>
            <a:chOff x="6665896" y="4152778"/>
            <a:chExt cx="2373754" cy="1168337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88F1CAA4-A8C9-6CC1-0403-105C000CE7D0}"/>
                </a:ext>
              </a:extLst>
            </p:cNvPr>
            <p:cNvGrpSpPr/>
            <p:nvPr/>
          </p:nvGrpSpPr>
          <p:grpSpPr>
            <a:xfrm>
              <a:off x="6665896" y="4152778"/>
              <a:ext cx="2373754" cy="1168337"/>
              <a:chOff x="6665896" y="4409953"/>
              <a:chExt cx="2373754" cy="1168337"/>
            </a:xfrm>
          </p:grpSpPr>
          <p:pic>
            <p:nvPicPr>
              <p:cNvPr id="241" name="Picture 240">
                <a:extLst>
                  <a:ext uri="{FF2B5EF4-FFF2-40B4-BE49-F238E27FC236}">
                    <a16:creationId xmlns:a16="http://schemas.microsoft.com/office/drawing/2014/main" id="{DB0C18F8-B23B-B98A-FD40-AD2BF2805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grayscl/>
              </a:blip>
              <a:stretch>
                <a:fillRect/>
              </a:stretch>
            </p:blipFill>
            <p:spPr>
              <a:xfrm>
                <a:off x="7847834" y="4409953"/>
                <a:ext cx="1191816" cy="594229"/>
              </a:xfrm>
              <a:prstGeom prst="rect">
                <a:avLst/>
              </a:prstGeom>
            </p:spPr>
          </p:pic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7D76A7C2-FD6F-BB16-8F08-2B2D7A93A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grayscl/>
              </a:blip>
              <a:stretch>
                <a:fillRect/>
              </a:stretch>
            </p:blipFill>
            <p:spPr>
              <a:xfrm>
                <a:off x="7847834" y="4984061"/>
                <a:ext cx="1191816" cy="594229"/>
              </a:xfrm>
              <a:prstGeom prst="rect">
                <a:avLst/>
              </a:prstGeom>
            </p:spPr>
          </p:pic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9E7EF3E6-47DD-2D02-077A-9978DCCA0B57}"/>
                  </a:ext>
                </a:extLst>
              </p:cNvPr>
              <p:cNvGrpSpPr/>
              <p:nvPr/>
            </p:nvGrpSpPr>
            <p:grpSpPr>
              <a:xfrm>
                <a:off x="6665896" y="4552411"/>
                <a:ext cx="1055571" cy="832612"/>
                <a:chOff x="3987361" y="1797625"/>
                <a:chExt cx="1055571" cy="832612"/>
              </a:xfrm>
            </p:grpSpPr>
            <p:pic>
              <p:nvPicPr>
                <p:cNvPr id="256" name="Picture 255">
                  <a:extLst>
                    <a:ext uri="{FF2B5EF4-FFF2-40B4-BE49-F238E27FC236}">
                      <a16:creationId xmlns:a16="http://schemas.microsoft.com/office/drawing/2014/main" id="{F83A81DE-F672-F224-71F8-309FD7DFB1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grayscl/>
                </a:blip>
                <a:stretch>
                  <a:fillRect/>
                </a:stretch>
              </p:blipFill>
              <p:spPr>
                <a:xfrm>
                  <a:off x="4215051" y="1797625"/>
                  <a:ext cx="827881" cy="832612"/>
                </a:xfrm>
                <a:prstGeom prst="rect">
                  <a:avLst/>
                </a:prstGeom>
              </p:spPr>
            </p:pic>
            <p:pic>
              <p:nvPicPr>
                <p:cNvPr id="257" name="Picture 256">
                  <a:extLst>
                    <a:ext uri="{FF2B5EF4-FFF2-40B4-BE49-F238E27FC236}">
                      <a16:creationId xmlns:a16="http://schemas.microsoft.com/office/drawing/2014/main" id="{62BC9926-4A0B-88EE-FD47-14AFE8C7E0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prstClr val="black"/>
                    <a:srgbClr val="D9C3A5">
                      <a:tint val="50000"/>
                      <a:satMod val="180000"/>
                    </a:srgbClr>
                  </a:duotone>
                </a:blip>
                <a:stretch>
                  <a:fillRect/>
                </a:stretch>
              </p:blipFill>
              <p:spPr>
                <a:xfrm rot="5053028">
                  <a:off x="3987362" y="1953952"/>
                  <a:ext cx="379429" cy="379431"/>
                </a:xfrm>
                <a:prstGeom prst="rect">
                  <a:avLst/>
                </a:prstGeom>
              </p:spPr>
            </p:pic>
            <p:sp>
              <p:nvSpPr>
                <p:cNvPr id="262" name="Rectangle 261">
                  <a:extLst>
                    <a:ext uri="{FF2B5EF4-FFF2-40B4-BE49-F238E27FC236}">
                      <a16:creationId xmlns:a16="http://schemas.microsoft.com/office/drawing/2014/main" id="{89C2798E-8F47-8D20-3F41-EC79BAFDAD7E}"/>
                    </a:ext>
                  </a:extLst>
                </p:cNvPr>
                <p:cNvSpPr/>
                <p:nvPr/>
              </p:nvSpPr>
              <p:spPr>
                <a:xfrm>
                  <a:off x="4273164" y="2360088"/>
                  <a:ext cx="324281" cy="2217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282" name="Elbow Connector 281">
              <a:extLst>
                <a:ext uri="{FF2B5EF4-FFF2-40B4-BE49-F238E27FC236}">
                  <a16:creationId xmlns:a16="http://schemas.microsoft.com/office/drawing/2014/main" id="{397C3A86-FB3B-88B3-D642-431E4AB0543C}"/>
                </a:ext>
              </a:extLst>
            </p:cNvPr>
            <p:cNvCxnSpPr/>
            <p:nvPr/>
          </p:nvCxnSpPr>
          <p:spPr>
            <a:xfrm>
              <a:off x="7113839" y="4433413"/>
              <a:ext cx="455241" cy="241948"/>
            </a:xfrm>
            <a:prstGeom prst="bentConnector3">
              <a:avLst/>
            </a:prstGeom>
            <a:ln w="12700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3" name="Elbow Connector 282">
            <a:extLst>
              <a:ext uri="{FF2B5EF4-FFF2-40B4-BE49-F238E27FC236}">
                <a16:creationId xmlns:a16="http://schemas.microsoft.com/office/drawing/2014/main" id="{FF530E19-55EA-6847-878B-BE25B48F1506}"/>
              </a:ext>
            </a:extLst>
          </p:cNvPr>
          <p:cNvCxnSpPr/>
          <p:nvPr/>
        </p:nvCxnSpPr>
        <p:spPr>
          <a:xfrm>
            <a:off x="5703396" y="1721425"/>
            <a:ext cx="455241" cy="241948"/>
          </a:xfrm>
          <a:prstGeom prst="bentConnector3">
            <a:avLst/>
          </a:prstGeom>
          <a:ln w="127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A291B5-F2BA-4612-017C-ED166F7D9BC3}"/>
              </a:ext>
            </a:extLst>
          </p:cNvPr>
          <p:cNvGrpSpPr/>
          <p:nvPr/>
        </p:nvGrpSpPr>
        <p:grpSpPr>
          <a:xfrm>
            <a:off x="7650095" y="3887344"/>
            <a:ext cx="2701134" cy="253916"/>
            <a:chOff x="6401179" y="6357056"/>
            <a:chExt cx="2701134" cy="253916"/>
          </a:xfrm>
        </p:grpSpPr>
        <p:sp>
          <p:nvSpPr>
            <p:cNvPr id="298" name="Google Shape;1651;p69">
              <a:extLst>
                <a:ext uri="{FF2B5EF4-FFF2-40B4-BE49-F238E27FC236}">
                  <a16:creationId xmlns:a16="http://schemas.microsoft.com/office/drawing/2014/main" id="{E6B8B1B4-C8A9-B9FE-9006-1C9C26154D31}"/>
                </a:ext>
              </a:extLst>
            </p:cNvPr>
            <p:cNvSpPr/>
            <p:nvPr/>
          </p:nvSpPr>
          <p:spPr>
            <a:xfrm>
              <a:off x="6451492" y="6400549"/>
              <a:ext cx="2650821" cy="16211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0E2D040E-5C5E-31EC-3C88-04277F0980CD}"/>
                </a:ext>
              </a:extLst>
            </p:cNvPr>
            <p:cNvSpPr txBox="1"/>
            <p:nvPr/>
          </p:nvSpPr>
          <p:spPr>
            <a:xfrm>
              <a:off x="6401179" y="6357056"/>
              <a:ext cx="114437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3E3E3E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Icon</a:t>
              </a: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C51FD3CE-5C27-7243-AD5A-773BCBB5A9DD}"/>
              </a:ext>
            </a:extLst>
          </p:cNvPr>
          <p:cNvGrpSpPr/>
          <p:nvPr/>
        </p:nvGrpSpPr>
        <p:grpSpPr>
          <a:xfrm>
            <a:off x="7733172" y="4302779"/>
            <a:ext cx="2491906" cy="1050170"/>
            <a:chOff x="638800" y="4508177"/>
            <a:chExt cx="2491906" cy="1050170"/>
          </a:xfrm>
        </p:grpSpPr>
        <p:pic>
          <p:nvPicPr>
            <p:cNvPr id="289" name="Picture 288">
              <a:extLst>
                <a:ext uri="{FF2B5EF4-FFF2-40B4-BE49-F238E27FC236}">
                  <a16:creationId xmlns:a16="http://schemas.microsoft.com/office/drawing/2014/main" id="{D24A3532-9A63-CBC7-A731-ECE26A513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grayscl/>
            </a:blip>
            <a:stretch>
              <a:fillRect/>
            </a:stretch>
          </p:blipFill>
          <p:spPr>
            <a:xfrm>
              <a:off x="638800" y="4520667"/>
              <a:ext cx="1404539" cy="661975"/>
            </a:xfrm>
            <a:prstGeom prst="rect">
              <a:avLst/>
            </a:prstGeom>
          </p:spPr>
        </p:pic>
        <p:pic>
          <p:nvPicPr>
            <p:cNvPr id="290" name="Picture 289">
              <a:extLst>
                <a:ext uri="{FF2B5EF4-FFF2-40B4-BE49-F238E27FC236}">
                  <a16:creationId xmlns:a16="http://schemas.microsoft.com/office/drawing/2014/main" id="{4A459C62-90B1-C66C-38DA-A48816A7A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 rot="1080918">
              <a:off x="1357869" y="5082600"/>
              <a:ext cx="475749" cy="475747"/>
            </a:xfrm>
            <a:prstGeom prst="rect">
              <a:avLst/>
            </a:prstGeom>
          </p:spPr>
        </p:pic>
        <p:pic>
          <p:nvPicPr>
            <p:cNvPr id="291" name="Picture 290">
              <a:extLst>
                <a:ext uri="{FF2B5EF4-FFF2-40B4-BE49-F238E27FC236}">
                  <a16:creationId xmlns:a16="http://schemas.microsoft.com/office/drawing/2014/main" id="{16B5E1B3-C9AE-702E-640A-E390D5052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grayscl/>
            </a:blip>
            <a:stretch>
              <a:fillRect/>
            </a:stretch>
          </p:blipFill>
          <p:spPr>
            <a:xfrm>
              <a:off x="2083495" y="4508177"/>
              <a:ext cx="1047211" cy="951769"/>
            </a:xfrm>
            <a:prstGeom prst="rect">
              <a:avLst/>
            </a:prstGeom>
          </p:spPr>
        </p:pic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EADE98-CBF3-3F8D-CC55-667968134F65}"/>
              </a:ext>
            </a:extLst>
          </p:cNvPr>
          <p:cNvSpPr/>
          <p:nvPr/>
        </p:nvSpPr>
        <p:spPr>
          <a:xfrm>
            <a:off x="1941052" y="2783181"/>
            <a:ext cx="2675527" cy="1384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C13B17-E75A-605D-A1C8-3AD44F1741A2}"/>
              </a:ext>
            </a:extLst>
          </p:cNvPr>
          <p:cNvSpPr/>
          <p:nvPr/>
        </p:nvSpPr>
        <p:spPr>
          <a:xfrm>
            <a:off x="2007959" y="3006205"/>
            <a:ext cx="2675527" cy="1384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ECF4575-CA24-5673-CABE-420AD53823F4}"/>
              </a:ext>
            </a:extLst>
          </p:cNvPr>
          <p:cNvSpPr/>
          <p:nvPr/>
        </p:nvSpPr>
        <p:spPr>
          <a:xfrm>
            <a:off x="1851842" y="3229230"/>
            <a:ext cx="2675527" cy="13843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5DCDDF5-5372-D2FB-7320-5ED72A9329EC}"/>
              </a:ext>
            </a:extLst>
          </p:cNvPr>
          <p:cNvSpPr/>
          <p:nvPr/>
        </p:nvSpPr>
        <p:spPr>
          <a:xfrm>
            <a:off x="8007315" y="2794332"/>
            <a:ext cx="2675527" cy="1384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46ACD18-D81C-E758-E45A-568F5E329863}"/>
              </a:ext>
            </a:extLst>
          </p:cNvPr>
          <p:cNvSpPr/>
          <p:nvPr/>
        </p:nvSpPr>
        <p:spPr>
          <a:xfrm>
            <a:off x="8074222" y="3017356"/>
            <a:ext cx="2675527" cy="1384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C14DBD6-6ED0-2755-1C00-3CFDC7DC44F9}"/>
              </a:ext>
            </a:extLst>
          </p:cNvPr>
          <p:cNvSpPr/>
          <p:nvPr/>
        </p:nvSpPr>
        <p:spPr>
          <a:xfrm>
            <a:off x="7918105" y="3240381"/>
            <a:ext cx="2675527" cy="13843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8C82B7-BF6B-52B2-A2F3-728543431F53}"/>
              </a:ext>
            </a:extLst>
          </p:cNvPr>
          <p:cNvSpPr/>
          <p:nvPr/>
        </p:nvSpPr>
        <p:spPr>
          <a:xfrm>
            <a:off x="4996486" y="2794332"/>
            <a:ext cx="2675527" cy="1384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02324B2-D85F-4C02-59F1-2787B52E934F}"/>
              </a:ext>
            </a:extLst>
          </p:cNvPr>
          <p:cNvSpPr/>
          <p:nvPr/>
        </p:nvSpPr>
        <p:spPr>
          <a:xfrm>
            <a:off x="5063393" y="3017356"/>
            <a:ext cx="2675527" cy="1384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21BC71-777A-1985-E68F-3E0BB7474DA3}"/>
              </a:ext>
            </a:extLst>
          </p:cNvPr>
          <p:cNvSpPr/>
          <p:nvPr/>
        </p:nvSpPr>
        <p:spPr>
          <a:xfrm>
            <a:off x="4907276" y="3240381"/>
            <a:ext cx="2675527" cy="13843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3AE88C0-0F62-F04F-EFF9-E41C4F2F84C9}"/>
              </a:ext>
            </a:extLst>
          </p:cNvPr>
          <p:cNvSpPr/>
          <p:nvPr/>
        </p:nvSpPr>
        <p:spPr>
          <a:xfrm>
            <a:off x="1941052" y="5649044"/>
            <a:ext cx="2675527" cy="1384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C3C4055-4716-A93A-A924-BD4E4C479F8F}"/>
              </a:ext>
            </a:extLst>
          </p:cNvPr>
          <p:cNvSpPr/>
          <p:nvPr/>
        </p:nvSpPr>
        <p:spPr>
          <a:xfrm>
            <a:off x="2007959" y="5872068"/>
            <a:ext cx="2675527" cy="1384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A30D51F-9908-60C7-587A-378E7ECA4564}"/>
              </a:ext>
            </a:extLst>
          </p:cNvPr>
          <p:cNvSpPr/>
          <p:nvPr/>
        </p:nvSpPr>
        <p:spPr>
          <a:xfrm>
            <a:off x="1851842" y="6095093"/>
            <a:ext cx="2675527" cy="13843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EA24992-8C8F-A4B5-2ACB-43EFADC475A3}"/>
              </a:ext>
            </a:extLst>
          </p:cNvPr>
          <p:cNvSpPr/>
          <p:nvPr/>
        </p:nvSpPr>
        <p:spPr>
          <a:xfrm>
            <a:off x="8007315" y="5660195"/>
            <a:ext cx="2675527" cy="1384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E6ABC2C-418C-F9E5-46B2-719BEF0DA682}"/>
              </a:ext>
            </a:extLst>
          </p:cNvPr>
          <p:cNvSpPr/>
          <p:nvPr/>
        </p:nvSpPr>
        <p:spPr>
          <a:xfrm>
            <a:off x="8074222" y="5883219"/>
            <a:ext cx="2675527" cy="1384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51A4C4E-FBD0-D2D5-9B7A-954ED8D454D5}"/>
              </a:ext>
            </a:extLst>
          </p:cNvPr>
          <p:cNvSpPr/>
          <p:nvPr/>
        </p:nvSpPr>
        <p:spPr>
          <a:xfrm>
            <a:off x="7918105" y="6106244"/>
            <a:ext cx="2675527" cy="13843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7A91B53-7174-447A-8774-7913F139B520}"/>
              </a:ext>
            </a:extLst>
          </p:cNvPr>
          <p:cNvSpPr/>
          <p:nvPr/>
        </p:nvSpPr>
        <p:spPr>
          <a:xfrm>
            <a:off x="4996486" y="5660195"/>
            <a:ext cx="2675527" cy="1384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AE4EAE1-C7CA-1C42-067B-FB0328E2ED77}"/>
              </a:ext>
            </a:extLst>
          </p:cNvPr>
          <p:cNvSpPr/>
          <p:nvPr/>
        </p:nvSpPr>
        <p:spPr>
          <a:xfrm>
            <a:off x="5063393" y="5883219"/>
            <a:ext cx="2675527" cy="1384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31A1340-05FD-6C5A-3543-AC3F0E524DD4}"/>
              </a:ext>
            </a:extLst>
          </p:cNvPr>
          <p:cNvSpPr/>
          <p:nvPr/>
        </p:nvSpPr>
        <p:spPr>
          <a:xfrm>
            <a:off x="4907276" y="6106244"/>
            <a:ext cx="2675527" cy="13843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4035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9137FB-5AF6-B182-34A8-1E9B3C64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790" y="2558087"/>
            <a:ext cx="2354418" cy="1741825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00B73-ECE8-5947-67C2-4F11C258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28" y="4114800"/>
            <a:ext cx="4042908" cy="2366307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8F460-D272-8777-DAA0-B2D3E64BB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679" y="860548"/>
            <a:ext cx="3886200" cy="1474763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569EF-CDEF-10D0-3140-F78D21776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191" y="4739282"/>
            <a:ext cx="2429736" cy="1741825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59FDFB-429B-53A3-14BC-D9DAEBAFD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43" y="798504"/>
            <a:ext cx="2735921" cy="1961323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721E5-8A45-779D-3A4A-0A62443D4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565" y="1113502"/>
            <a:ext cx="2833024" cy="1961324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CFDA39-7734-767D-7785-814E9FCF9A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87" y="2462960"/>
            <a:ext cx="5459138" cy="1961324"/>
          </a:xfrm>
          <a:prstGeom prst="rect">
            <a:avLst/>
          </a:prstGeom>
          <a:effectLst>
            <a:outerShdw blurRad="374425" dist="50800" dir="5400000" algn="ctr" rotWithShape="0">
              <a:schemeClr val="bg1">
                <a:lumMod val="75000"/>
                <a:alpha val="50000"/>
              </a:scheme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2319964-523E-75C3-5234-E9ED734C7C02}"/>
              </a:ext>
            </a:extLst>
          </p:cNvPr>
          <p:cNvSpPr/>
          <p:nvPr/>
        </p:nvSpPr>
        <p:spPr>
          <a:xfrm>
            <a:off x="2172394" y="829526"/>
            <a:ext cx="415636" cy="95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EDAA4C-B3AF-7B04-44AE-BD73E0E47DB9}"/>
              </a:ext>
            </a:extLst>
          </p:cNvPr>
          <p:cNvSpPr/>
          <p:nvPr/>
        </p:nvSpPr>
        <p:spPr>
          <a:xfrm>
            <a:off x="2324794" y="981926"/>
            <a:ext cx="789708" cy="348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CB04EC-A056-AD3C-9EB3-215EBC9F16FF}"/>
              </a:ext>
            </a:extLst>
          </p:cNvPr>
          <p:cNvSpPr/>
          <p:nvPr/>
        </p:nvSpPr>
        <p:spPr>
          <a:xfrm>
            <a:off x="1382685" y="2503155"/>
            <a:ext cx="4186841" cy="176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7C1527-C90D-A7E9-D87C-FA6F31CE7379}"/>
              </a:ext>
            </a:extLst>
          </p:cNvPr>
          <p:cNvSpPr/>
          <p:nvPr/>
        </p:nvSpPr>
        <p:spPr>
          <a:xfrm>
            <a:off x="6384175" y="1286842"/>
            <a:ext cx="897774" cy="275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A994A1-7150-A7CE-E5C9-3A9F3B2B9577}"/>
              </a:ext>
            </a:extLst>
          </p:cNvPr>
          <p:cNvSpPr/>
          <p:nvPr/>
        </p:nvSpPr>
        <p:spPr>
          <a:xfrm>
            <a:off x="4150240" y="4739282"/>
            <a:ext cx="770895" cy="115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3B9FA-0B55-38A4-5B9B-293958F43445}"/>
              </a:ext>
            </a:extLst>
          </p:cNvPr>
          <p:cNvSpPr/>
          <p:nvPr/>
        </p:nvSpPr>
        <p:spPr>
          <a:xfrm>
            <a:off x="4860758" y="4909767"/>
            <a:ext cx="484327" cy="32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7FF194-31C4-3448-6C0A-FE7D09D1139A}"/>
              </a:ext>
            </a:extLst>
          </p:cNvPr>
          <p:cNvSpPr/>
          <p:nvPr/>
        </p:nvSpPr>
        <p:spPr>
          <a:xfrm>
            <a:off x="8242977" y="877505"/>
            <a:ext cx="3018680" cy="32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D10087-9D7B-2F59-D868-01892C24A2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 radius="17"/>
                    </a14:imgEffect>
                  </a14:imgLayer>
                </a14:imgProps>
              </a:ext>
            </a:extLst>
          </a:blip>
          <a:srcRect t="18568" r="77929" b="14064"/>
          <a:stretch>
            <a:fillRect/>
          </a:stretch>
        </p:blipFill>
        <p:spPr>
          <a:xfrm>
            <a:off x="6335603" y="4529757"/>
            <a:ext cx="892299" cy="1594141"/>
          </a:xfrm>
          <a:prstGeom prst="rect">
            <a:avLst/>
          </a:prstGeom>
          <a:effectLst>
            <a:outerShdw dist="50800" dir="5400000" algn="ctr" rotWithShape="0">
              <a:schemeClr val="bg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670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8CF802-795A-1AF5-3707-27D6D3A5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879" t="3369" r="2447" b="4982"/>
          <a:stretch>
            <a:fillRect/>
          </a:stretch>
        </p:blipFill>
        <p:spPr>
          <a:xfrm>
            <a:off x="2319688" y="286351"/>
            <a:ext cx="7064943" cy="62852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5C2004-7692-80E2-5078-D828821FB958}"/>
              </a:ext>
            </a:extLst>
          </p:cNvPr>
          <p:cNvSpPr/>
          <p:nvPr/>
        </p:nvSpPr>
        <p:spPr>
          <a:xfrm>
            <a:off x="2021305" y="173255"/>
            <a:ext cx="616017" cy="346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091F41-439F-401E-6C6D-937EB0308EB4}"/>
              </a:ext>
            </a:extLst>
          </p:cNvPr>
          <p:cNvSpPr/>
          <p:nvPr/>
        </p:nvSpPr>
        <p:spPr>
          <a:xfrm>
            <a:off x="6620576" y="228599"/>
            <a:ext cx="3351197" cy="474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EFA694-CFBB-1D17-64AC-503A3BE9FBD5}"/>
              </a:ext>
            </a:extLst>
          </p:cNvPr>
          <p:cNvSpPr/>
          <p:nvPr/>
        </p:nvSpPr>
        <p:spPr>
          <a:xfrm rot="16200000">
            <a:off x="7709032" y="4593855"/>
            <a:ext cx="3351197" cy="830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FF9D38-993E-EDF9-6C45-F245F9C00139}"/>
              </a:ext>
            </a:extLst>
          </p:cNvPr>
          <p:cNvSpPr/>
          <p:nvPr/>
        </p:nvSpPr>
        <p:spPr>
          <a:xfrm rot="16200000">
            <a:off x="1959343" y="6156357"/>
            <a:ext cx="525378" cy="830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0231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79720C-B5DB-12D3-B186-FB1B3CFB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0" t="2961" r="2117" b="2380"/>
          <a:stretch>
            <a:fillRect/>
          </a:stretch>
        </p:blipFill>
        <p:spPr>
          <a:xfrm rot="21443442">
            <a:off x="3320716" y="1174282"/>
            <a:ext cx="5505650" cy="4677878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10456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B156-CEC9-C2A0-F7CA-E161F2F1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FB3B0-DC08-6390-65E3-FB2CCAF3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0" t="2961" r="2117" b="2380"/>
          <a:stretch>
            <a:fillRect/>
          </a:stretch>
        </p:blipFill>
        <p:spPr>
          <a:xfrm rot="21443442">
            <a:off x="3320716" y="1174282"/>
            <a:ext cx="5505650" cy="4677878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9537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3E339F-2101-3620-BFD0-63BFE07CE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3806" y="1050531"/>
            <a:ext cx="5608790" cy="4756937"/>
          </a:xfrm>
          <a:prstGeom prst="rect">
            <a:avLst/>
          </a:prstGeom>
          <a:effectLst>
            <a:outerShdw blurRad="172089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507D69-1FCE-9E51-54E0-FCA3D5613BA6}"/>
              </a:ext>
            </a:extLst>
          </p:cNvPr>
          <p:cNvSpPr/>
          <p:nvPr/>
        </p:nvSpPr>
        <p:spPr>
          <a:xfrm>
            <a:off x="579441" y="735523"/>
            <a:ext cx="2521485" cy="704194"/>
          </a:xfrm>
          <a:prstGeom prst="rect">
            <a:avLst/>
          </a:prstGeom>
          <a:noFill/>
          <a:ln w="158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Avoid using icons on maps, as they are not intuitive for blind users. Replace them with shapes or textures when necessary.</a:t>
            </a:r>
          </a:p>
          <a:p>
            <a:pPr algn="ctr"/>
            <a:endParaRPr lang="en-US" sz="1200" b="1" dirty="0">
              <a:solidFill>
                <a:srgbClr val="C000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81E3D-FCEB-9D1A-8B48-ECAE65D03B97}"/>
              </a:ext>
            </a:extLst>
          </p:cNvPr>
          <p:cNvSpPr/>
          <p:nvPr/>
        </p:nvSpPr>
        <p:spPr>
          <a:xfrm>
            <a:off x="495359" y="4299933"/>
            <a:ext cx="2520000" cy="716232"/>
          </a:xfrm>
          <a:prstGeom prst="rect">
            <a:avLst/>
          </a:prstGeom>
          <a:noFill/>
          <a:ln w="158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Avoid radial shapes with sharp angles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The shapes should not contain textures within them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B84FF-5588-B1D5-64A6-B6667F7D425E}"/>
              </a:ext>
            </a:extLst>
          </p:cNvPr>
          <p:cNvSpPr/>
          <p:nvPr/>
        </p:nvSpPr>
        <p:spPr>
          <a:xfrm>
            <a:off x="9102596" y="5239133"/>
            <a:ext cx="2520000" cy="568335"/>
          </a:xfrm>
          <a:prstGeom prst="rect">
            <a:avLst/>
          </a:prstGeom>
          <a:noFill/>
          <a:ln w="158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Limited the number of texture used. Only use top 3 textures in usability testing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AC393C-657F-E6E6-E3C6-B28791A9D176}"/>
              </a:ext>
            </a:extLst>
          </p:cNvPr>
          <p:cNvSpPr/>
          <p:nvPr/>
        </p:nvSpPr>
        <p:spPr>
          <a:xfrm>
            <a:off x="579441" y="2137713"/>
            <a:ext cx="2520000" cy="610197"/>
          </a:xfrm>
          <a:prstGeom prst="rect">
            <a:avLst/>
          </a:prstGeom>
          <a:noFill/>
          <a:ln w="158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Use line arrows with angles that are most suitable for blind people to distinguish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6EF8A1-B291-B813-9DAE-79B381401995}"/>
              </a:ext>
            </a:extLst>
          </p:cNvPr>
          <p:cNvSpPr/>
          <p:nvPr/>
        </p:nvSpPr>
        <p:spPr>
          <a:xfrm>
            <a:off x="9333549" y="1875711"/>
            <a:ext cx="2520000" cy="481899"/>
          </a:xfrm>
          <a:prstGeom prst="rect">
            <a:avLst/>
          </a:prstGeom>
          <a:noFill/>
          <a:ln w="158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Dot lines for represent route, and solid line represent wall</a:t>
            </a:r>
            <a:endParaRPr lang="en-US" sz="1000" b="1" dirty="0">
              <a:solidFill>
                <a:srgbClr val="C000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A1C96B-5DDD-B517-5E8B-4FF280C2A8FC}"/>
              </a:ext>
            </a:extLst>
          </p:cNvPr>
          <p:cNvCxnSpPr>
            <a:cxnSpLocks/>
          </p:cNvCxnSpPr>
          <p:nvPr/>
        </p:nvCxnSpPr>
        <p:spPr>
          <a:xfrm>
            <a:off x="3099441" y="2357610"/>
            <a:ext cx="2113690" cy="501204"/>
          </a:xfrm>
          <a:prstGeom prst="line">
            <a:avLst/>
          </a:prstGeom>
          <a:ln w="12700">
            <a:solidFill>
              <a:srgbClr val="747676"/>
            </a:solidFill>
            <a:prstDash val="sysDot"/>
            <a:headEnd type="oval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037E4BC7-3D2B-8868-F475-5E233FC6E43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8681545" y="2357610"/>
            <a:ext cx="1912004" cy="648349"/>
          </a:xfrm>
          <a:prstGeom prst="bentConnector2">
            <a:avLst/>
          </a:prstGeom>
          <a:ln w="15875">
            <a:solidFill>
              <a:srgbClr val="747676"/>
            </a:solidFill>
            <a:prstDash val="sysDot"/>
            <a:headEnd type="diamon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B962D0F-8FD5-5523-DDA6-EE926E5B0D05}"/>
              </a:ext>
            </a:extLst>
          </p:cNvPr>
          <p:cNvCxnSpPr>
            <a:cxnSpLocks/>
            <a:stCxn id="21" idx="1"/>
            <a:endCxn id="7" idx="2"/>
          </p:cNvCxnSpPr>
          <p:nvPr/>
        </p:nvCxnSpPr>
        <p:spPr>
          <a:xfrm rot="5400000" flipH="1" flipV="1">
            <a:off x="7218165" y="3200074"/>
            <a:ext cx="537036" cy="5751825"/>
          </a:xfrm>
          <a:prstGeom prst="bentConnector5">
            <a:avLst>
              <a:gd name="adj1" fmla="val 3425"/>
              <a:gd name="adj2" fmla="val 40359"/>
              <a:gd name="adj3" fmla="val 4591"/>
            </a:avLst>
          </a:prstGeom>
          <a:ln w="15875">
            <a:solidFill>
              <a:srgbClr val="747676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64AD35E-5E9F-7635-FF3B-A783A5655863}"/>
              </a:ext>
            </a:extLst>
          </p:cNvPr>
          <p:cNvSpPr/>
          <p:nvPr/>
        </p:nvSpPr>
        <p:spPr>
          <a:xfrm rot="5400000">
            <a:off x="4417579" y="5331464"/>
            <a:ext cx="365124" cy="1660956"/>
          </a:xfrm>
          <a:prstGeom prst="rightBrace">
            <a:avLst>
              <a:gd name="adj1" fmla="val 0"/>
              <a:gd name="adj2" fmla="val 49360"/>
            </a:avLst>
          </a:prstGeom>
          <a:ln w="15875">
            <a:solidFill>
              <a:srgbClr val="747676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302BF3-2F72-4AB4-59C2-E30CFC3D6728}"/>
              </a:ext>
            </a:extLst>
          </p:cNvPr>
          <p:cNvSpPr/>
          <p:nvPr/>
        </p:nvSpPr>
        <p:spPr>
          <a:xfrm>
            <a:off x="4091428" y="4317709"/>
            <a:ext cx="367861" cy="349845"/>
          </a:xfrm>
          <a:prstGeom prst="ellipse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5774E3B4-9125-8D67-819C-DC23CC5C58BE}"/>
              </a:ext>
            </a:extLst>
          </p:cNvPr>
          <p:cNvCxnSpPr>
            <a:cxnSpLocks/>
            <a:stCxn id="26" idx="2"/>
            <a:endCxn id="6" idx="3"/>
          </p:cNvCxnSpPr>
          <p:nvPr/>
        </p:nvCxnSpPr>
        <p:spPr>
          <a:xfrm rot="10800000" flipV="1">
            <a:off x="3015360" y="4492631"/>
            <a:ext cx="1076069" cy="165417"/>
          </a:xfrm>
          <a:prstGeom prst="bentConnector3">
            <a:avLst>
              <a:gd name="adj1" fmla="val 50000"/>
            </a:avLst>
          </a:prstGeom>
          <a:ln w="15875">
            <a:solidFill>
              <a:srgbClr val="747676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1F21D7D-8420-395C-2239-716E7912708A}"/>
              </a:ext>
            </a:extLst>
          </p:cNvPr>
          <p:cNvSpPr/>
          <p:nvPr/>
        </p:nvSpPr>
        <p:spPr>
          <a:xfrm>
            <a:off x="3550147" y="5016647"/>
            <a:ext cx="367861" cy="349845"/>
          </a:xfrm>
          <a:prstGeom prst="ellipse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2E75A0-E94F-C07B-F852-195D46D7E8FB}"/>
              </a:ext>
            </a:extLst>
          </p:cNvPr>
          <p:cNvSpPr/>
          <p:nvPr/>
        </p:nvSpPr>
        <p:spPr>
          <a:xfrm>
            <a:off x="415324" y="5475890"/>
            <a:ext cx="2520000" cy="416403"/>
          </a:xfrm>
          <a:prstGeom prst="rect">
            <a:avLst/>
          </a:prstGeom>
          <a:noFill/>
          <a:ln w="158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Double circle represents current location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0DC1094F-C2E6-3C74-2057-88348E161441}"/>
              </a:ext>
            </a:extLst>
          </p:cNvPr>
          <p:cNvCxnSpPr>
            <a:cxnSpLocks/>
            <a:endCxn id="31" idx="3"/>
          </p:cNvCxnSpPr>
          <p:nvPr/>
        </p:nvCxnSpPr>
        <p:spPr>
          <a:xfrm rot="10800000" flipV="1">
            <a:off x="2935325" y="5160290"/>
            <a:ext cx="614827" cy="523801"/>
          </a:xfrm>
          <a:prstGeom prst="bentConnector3">
            <a:avLst>
              <a:gd name="adj1" fmla="val 50000"/>
            </a:avLst>
          </a:prstGeom>
          <a:ln w="15875">
            <a:solidFill>
              <a:srgbClr val="747676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928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8812AC8-289B-5A0D-0A70-A59EE10FF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70461" y="2863282"/>
            <a:ext cx="3802381" cy="325796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0CE661-21F5-3050-4CFE-1D8A0F733469}"/>
              </a:ext>
            </a:extLst>
          </p:cNvPr>
          <p:cNvSpPr txBox="1"/>
          <p:nvPr/>
        </p:nvSpPr>
        <p:spPr>
          <a:xfrm>
            <a:off x="1554395" y="322043"/>
            <a:ext cx="3024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E3E3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Results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7BD80E-A33A-2DB4-436A-84A5CE70FFFF}"/>
              </a:ext>
            </a:extLst>
          </p:cNvPr>
          <p:cNvSpPr txBox="1"/>
          <p:nvPr/>
        </p:nvSpPr>
        <p:spPr>
          <a:xfrm>
            <a:off x="6511244" y="6148135"/>
            <a:ext cx="4026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747676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Fig. 1-23 </a:t>
            </a:r>
            <a:r>
              <a:rPr lang="en-US" altLang="zh-TW" sz="700" dirty="0">
                <a:solidFill>
                  <a:srgbClr val="747676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Redesigned map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4E29D-C71C-D715-B9DB-C46A3FFC352E}"/>
              </a:ext>
            </a:extLst>
          </p:cNvPr>
          <p:cNvSpPr txBox="1"/>
          <p:nvPr/>
        </p:nvSpPr>
        <p:spPr>
          <a:xfrm>
            <a:off x="4355091" y="2038417"/>
            <a:ext cx="1942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Arrow: Using line arrow for point the direction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142812-AEAC-239C-DB00-E66135615867}"/>
              </a:ext>
            </a:extLst>
          </p:cNvPr>
          <p:cNvSpPr/>
          <p:nvPr/>
        </p:nvSpPr>
        <p:spPr>
          <a:xfrm>
            <a:off x="1619367" y="3621616"/>
            <a:ext cx="2520000" cy="1827766"/>
          </a:xfrm>
          <a:prstGeom prst="rect">
            <a:avLst/>
          </a:prstGeom>
          <a:noFill/>
          <a:ln w="158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Guideline 4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Avoid radial shapes with sharp angles, such as star shapes. Rounded, square, or simple triangular shapes are recommended.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The shapes should not contain textures within them, as this could create confusion about whether the focus is on the shape, the texture, or something else.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1A076D-C145-E331-2AE0-5D67B8703A83}"/>
              </a:ext>
            </a:extLst>
          </p:cNvPr>
          <p:cNvSpPr/>
          <p:nvPr/>
        </p:nvSpPr>
        <p:spPr>
          <a:xfrm>
            <a:off x="1609332" y="5492450"/>
            <a:ext cx="2520000" cy="1077594"/>
          </a:xfrm>
          <a:prstGeom prst="rect">
            <a:avLst/>
          </a:prstGeom>
          <a:noFill/>
          <a:ln w="158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Guideline 5</a:t>
            </a:r>
          </a:p>
          <a:p>
            <a:pPr algn="ctr"/>
            <a:r>
              <a:rPr lang="en-US" sz="10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The internal patterns of the textures should be as simple as possible. Avoid textures that are too dense or intricate. Preferably, use textures composed of lines.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EC0EB-CD69-E0DE-4614-B97F5A026424}"/>
              </a:ext>
            </a:extLst>
          </p:cNvPr>
          <p:cNvSpPr/>
          <p:nvPr/>
        </p:nvSpPr>
        <p:spPr>
          <a:xfrm>
            <a:off x="1619367" y="2031341"/>
            <a:ext cx="2520000" cy="589704"/>
          </a:xfrm>
          <a:prstGeom prst="rect">
            <a:avLst/>
          </a:prstGeom>
          <a:noFill/>
          <a:ln w="158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Guideline 2</a:t>
            </a:r>
          </a:p>
          <a:p>
            <a:pPr algn="ctr"/>
            <a:r>
              <a:rPr lang="en-US" sz="10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For Arrow: line arrows with angles less than 45 degrees are preferable.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34060C-1A1D-932D-325D-4397C203E303}"/>
              </a:ext>
            </a:extLst>
          </p:cNvPr>
          <p:cNvSpPr txBox="1"/>
          <p:nvPr/>
        </p:nvSpPr>
        <p:spPr>
          <a:xfrm>
            <a:off x="4357650" y="3616106"/>
            <a:ext cx="19425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Using rounds represents current location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squares represent the exit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texture represent the restroom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All the shape we used are solid shape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3AF1A7-A980-0781-A80D-17EF6CBD602B}"/>
              </a:ext>
            </a:extLst>
          </p:cNvPr>
          <p:cNvSpPr txBox="1"/>
          <p:nvPr/>
        </p:nvSpPr>
        <p:spPr>
          <a:xfrm>
            <a:off x="4417462" y="5608871"/>
            <a:ext cx="19425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Texture: mainly using line textures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Use the top 3 textures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b="1" dirty="0">
              <a:solidFill>
                <a:srgbClr val="3E3E3E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b="1" dirty="0">
              <a:solidFill>
                <a:srgbClr val="3E3E3E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62B53A-5598-68DE-1C4F-2E7393FFACCA}"/>
              </a:ext>
            </a:extLst>
          </p:cNvPr>
          <p:cNvSpPr txBox="1"/>
          <p:nvPr/>
        </p:nvSpPr>
        <p:spPr>
          <a:xfrm>
            <a:off x="4357650" y="2804756"/>
            <a:ext cx="1942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Line: solid line represent wall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b="1" dirty="0">
                <a:solidFill>
                  <a:srgbClr val="3E3E3E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dot line represents route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E5E7D6A-4098-7454-5AF5-0A0308A4B897}"/>
              </a:ext>
            </a:extLst>
          </p:cNvPr>
          <p:cNvSpPr/>
          <p:nvPr/>
        </p:nvSpPr>
        <p:spPr>
          <a:xfrm>
            <a:off x="7133898" y="4328980"/>
            <a:ext cx="367861" cy="349845"/>
          </a:xfrm>
          <a:prstGeom prst="ellipse">
            <a:avLst/>
          </a:prstGeom>
          <a:noFill/>
          <a:ln w="190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8E13A0-B5C8-CC74-9753-C0D79A824667}"/>
              </a:ext>
            </a:extLst>
          </p:cNvPr>
          <p:cNvSpPr/>
          <p:nvPr/>
        </p:nvSpPr>
        <p:spPr>
          <a:xfrm>
            <a:off x="1607847" y="2680753"/>
            <a:ext cx="2520000" cy="887075"/>
          </a:xfrm>
          <a:prstGeom prst="rect">
            <a:avLst/>
          </a:prstGeom>
          <a:noFill/>
          <a:ln w="158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Guideline 3</a:t>
            </a:r>
          </a:p>
          <a:p>
            <a:pPr algn="ctr"/>
            <a:r>
              <a:rPr lang="en-US" altLang="zh-TW" sz="10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Avoid using different dot lines represent different meaning. The dotted line and the solid line are recommended.</a:t>
            </a:r>
            <a:endParaRPr lang="en-US" sz="1000" dirty="0">
              <a:solidFill>
                <a:schemeClr val="accent2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54CE59CD-2E88-A0BA-9251-816830D9F5BC}"/>
              </a:ext>
            </a:extLst>
          </p:cNvPr>
          <p:cNvCxnSpPr>
            <a:cxnSpLocks/>
            <a:endCxn id="41" idx="2"/>
          </p:cNvCxnSpPr>
          <p:nvPr/>
        </p:nvCxnSpPr>
        <p:spPr>
          <a:xfrm rot="10800000">
            <a:off x="5388717" y="6470647"/>
            <a:ext cx="3294429" cy="74851"/>
          </a:xfrm>
          <a:prstGeom prst="bentConnector2">
            <a:avLst/>
          </a:prstGeom>
          <a:ln w="15875">
            <a:solidFill>
              <a:srgbClr val="747676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圖片 4">
            <a:extLst>
              <a:ext uri="{FF2B5EF4-FFF2-40B4-BE49-F238E27FC236}">
                <a16:creationId xmlns:a16="http://schemas.microsoft.com/office/drawing/2014/main" id="{47A8158C-7F23-A37D-6B53-1B368BB568B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 flipH="1">
            <a:off x="4642678" y="6158179"/>
            <a:ext cx="436175" cy="2352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95" name="圖片 5">
            <a:extLst>
              <a:ext uri="{FF2B5EF4-FFF2-40B4-BE49-F238E27FC236}">
                <a16:creationId xmlns:a16="http://schemas.microsoft.com/office/drawing/2014/main" id="{94F4AA3D-CD55-8208-13F6-3C1A438ACA5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 flipH="1">
            <a:off x="5113279" y="6158179"/>
            <a:ext cx="432843" cy="2352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pic>
        <p:nvPicPr>
          <p:cNvPr id="96" name="圖片 6">
            <a:extLst>
              <a:ext uri="{FF2B5EF4-FFF2-40B4-BE49-F238E27FC236}">
                <a16:creationId xmlns:a16="http://schemas.microsoft.com/office/drawing/2014/main" id="{EDDA7278-7A31-706A-9778-F447229EF82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 flipH="1">
            <a:off x="5580547" y="6162885"/>
            <a:ext cx="418728" cy="2258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105" name="Right Brace 104">
            <a:extLst>
              <a:ext uri="{FF2B5EF4-FFF2-40B4-BE49-F238E27FC236}">
                <a16:creationId xmlns:a16="http://schemas.microsoft.com/office/drawing/2014/main" id="{ECA4107C-2973-0DF6-6EEF-A0F9A9BBF262}"/>
              </a:ext>
            </a:extLst>
          </p:cNvPr>
          <p:cNvSpPr/>
          <p:nvPr/>
        </p:nvSpPr>
        <p:spPr>
          <a:xfrm rot="5400000">
            <a:off x="8500572" y="5509947"/>
            <a:ext cx="365124" cy="1660956"/>
          </a:xfrm>
          <a:prstGeom prst="rightBrace">
            <a:avLst>
              <a:gd name="adj1" fmla="val 0"/>
              <a:gd name="adj2" fmla="val 49360"/>
            </a:avLst>
          </a:prstGeom>
          <a:ln w="15875">
            <a:solidFill>
              <a:srgbClr val="747676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828D1CF1-4203-EEFC-2608-23B8625B8230}"/>
              </a:ext>
            </a:extLst>
          </p:cNvPr>
          <p:cNvCxnSpPr>
            <a:cxnSpLocks/>
            <a:stCxn id="47" idx="2"/>
          </p:cNvCxnSpPr>
          <p:nvPr/>
        </p:nvCxnSpPr>
        <p:spPr>
          <a:xfrm rot="10800000">
            <a:off x="6300158" y="3747333"/>
            <a:ext cx="833741" cy="756571"/>
          </a:xfrm>
          <a:prstGeom prst="bentConnector3">
            <a:avLst>
              <a:gd name="adj1" fmla="val 50000"/>
            </a:avLst>
          </a:prstGeom>
          <a:ln w="15875">
            <a:solidFill>
              <a:srgbClr val="747676"/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E3057FDB-48EA-3302-8036-67D12E12F03E}"/>
              </a:ext>
            </a:extLst>
          </p:cNvPr>
          <p:cNvCxnSpPr>
            <a:cxnSpLocks/>
          </p:cNvCxnSpPr>
          <p:nvPr/>
        </p:nvCxnSpPr>
        <p:spPr>
          <a:xfrm rot="10800000">
            <a:off x="6319407" y="3028819"/>
            <a:ext cx="973598" cy="1928965"/>
          </a:xfrm>
          <a:prstGeom prst="bentConnector3">
            <a:avLst>
              <a:gd name="adj1" fmla="val 77682"/>
            </a:avLst>
          </a:prstGeom>
          <a:ln w="15875">
            <a:solidFill>
              <a:srgbClr val="747676"/>
            </a:solidFill>
            <a:prstDash val="sysDot"/>
            <a:headEnd type="diamon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925593D0-1BE3-07F1-3E40-15B15BDC49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00156" y="3410571"/>
            <a:ext cx="1201604" cy="1"/>
          </a:xfrm>
          <a:prstGeom prst="bentConnector3">
            <a:avLst>
              <a:gd name="adj1" fmla="val 50000"/>
            </a:avLst>
          </a:prstGeom>
          <a:ln w="15875">
            <a:solidFill>
              <a:srgbClr val="747676"/>
            </a:solidFill>
            <a:prstDash val="sysDot"/>
            <a:headEnd type="diamon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0F3D78A-F774-EF0C-12C6-62DDF7702738}"/>
              </a:ext>
            </a:extLst>
          </p:cNvPr>
          <p:cNvGrpSpPr/>
          <p:nvPr/>
        </p:nvGrpSpPr>
        <p:grpSpPr>
          <a:xfrm>
            <a:off x="1618481" y="1083351"/>
            <a:ext cx="4711559" cy="906111"/>
            <a:chOff x="507914" y="4537538"/>
            <a:chExt cx="4711559" cy="9061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259C61F-52FA-6536-00F5-CE4369633086}"/>
                </a:ext>
              </a:extLst>
            </p:cNvPr>
            <p:cNvSpPr/>
            <p:nvPr/>
          </p:nvSpPr>
          <p:spPr>
            <a:xfrm>
              <a:off x="507914" y="4537538"/>
              <a:ext cx="2521485" cy="897416"/>
            </a:xfrm>
            <a:prstGeom prst="rect">
              <a:avLst/>
            </a:prstGeom>
            <a:noFill/>
            <a:ln w="15875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</a:rPr>
                <a:t>Guideline 1</a:t>
              </a:r>
            </a:p>
            <a:p>
              <a:pPr algn="ctr"/>
              <a:r>
                <a:rPr lang="en-GB" sz="1000" dirty="0">
                  <a:solidFill>
                    <a:schemeClr val="accent2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</a:rPr>
                <a:t>Avoid using icons on maps, as they are not intuitive for blind users. Replace them with shapes or textures when necessary.</a:t>
              </a:r>
            </a:p>
            <a:p>
              <a:pPr algn="ctr"/>
              <a:endParaRPr lang="en-US" sz="1200" dirty="0">
                <a:solidFill>
                  <a:schemeClr val="accent2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endParaRP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FBF69CF-87AE-231E-0C51-86E7BBC0C97F}"/>
                </a:ext>
              </a:extLst>
            </p:cNvPr>
            <p:cNvGrpSpPr/>
            <p:nvPr/>
          </p:nvGrpSpPr>
          <p:grpSpPr>
            <a:xfrm>
              <a:off x="3276967" y="4537538"/>
              <a:ext cx="1942506" cy="906111"/>
              <a:chOff x="3276967" y="4537538"/>
              <a:chExt cx="1942506" cy="906111"/>
            </a:xfrm>
          </p:grpSpPr>
          <p:pic>
            <p:nvPicPr>
              <p:cNvPr id="144" name="圖片 4">
                <a:extLst>
                  <a:ext uri="{FF2B5EF4-FFF2-40B4-BE49-F238E27FC236}">
                    <a16:creationId xmlns:a16="http://schemas.microsoft.com/office/drawing/2014/main" id="{54FC14BB-41B5-B8D1-6127-21FB95A6D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9806" y="4734380"/>
                <a:ext cx="486165" cy="479891"/>
              </a:xfrm>
              <a:prstGeom prst="rect">
                <a:avLst/>
              </a:prstGeom>
            </p:spPr>
          </p:pic>
          <p:pic>
            <p:nvPicPr>
              <p:cNvPr id="145" name="圖片 5">
                <a:extLst>
                  <a:ext uri="{FF2B5EF4-FFF2-40B4-BE49-F238E27FC236}">
                    <a16:creationId xmlns:a16="http://schemas.microsoft.com/office/drawing/2014/main" id="{3FBE77FA-5E14-3975-04AE-BD544489B2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9484" y="4783380"/>
                <a:ext cx="432843" cy="483027"/>
              </a:xfrm>
              <a:prstGeom prst="rect">
                <a:avLst/>
              </a:prstGeom>
              <a:noFill/>
            </p:spPr>
          </p:pic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02DF46E-1286-186B-C22D-BC78C7706F4A}"/>
                  </a:ext>
                </a:extLst>
              </p:cNvPr>
              <p:cNvSpPr txBox="1"/>
              <p:nvPr/>
            </p:nvSpPr>
            <p:spPr>
              <a:xfrm>
                <a:off x="3276967" y="4537538"/>
                <a:ext cx="19425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1000" b="1" dirty="0">
                    <a:solidFill>
                      <a:srgbClr val="3E3E3E"/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</a:rPr>
                  <a:t>Delete the icon</a:t>
                </a:r>
              </a:p>
            </p:txBody>
          </p:sp>
          <p:sp>
            <p:nvSpPr>
              <p:cNvPr id="147" name="Multiply 146">
                <a:extLst>
                  <a:ext uri="{FF2B5EF4-FFF2-40B4-BE49-F238E27FC236}">
                    <a16:creationId xmlns:a16="http://schemas.microsoft.com/office/drawing/2014/main" id="{D2AADBFF-875F-AABA-ED48-4EBA5C9D9AEC}"/>
                  </a:ext>
                </a:extLst>
              </p:cNvPr>
              <p:cNvSpPr/>
              <p:nvPr/>
            </p:nvSpPr>
            <p:spPr>
              <a:xfrm>
                <a:off x="3793590" y="4804901"/>
                <a:ext cx="638748" cy="638748"/>
              </a:xfrm>
              <a:prstGeom prst="mathMultiply">
                <a:avLst/>
              </a:prstGeom>
              <a:solidFill>
                <a:schemeClr val="accent2">
                  <a:alpha val="50000"/>
                </a:schemeClr>
              </a:solidFill>
              <a:ln>
                <a:solidFill>
                  <a:schemeClr val="accent1">
                    <a:shade val="15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30805F49-FE11-400C-0151-285FEFEF8C66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297597" y="2238472"/>
            <a:ext cx="1630612" cy="1876692"/>
          </a:xfrm>
          <a:prstGeom prst="line">
            <a:avLst/>
          </a:prstGeom>
          <a:ln w="12700">
            <a:solidFill>
              <a:srgbClr val="747676"/>
            </a:solidFill>
            <a:prstDash val="sysDot"/>
            <a:headEnd type="oval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6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305</Words>
  <Application>Microsoft Macintosh PowerPoint</Application>
  <PresentationFormat>Widescreen</PresentationFormat>
  <Paragraphs>42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Hiragino Sans GB W3</vt:lpstr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Shin Liou</dc:creator>
  <cp:lastModifiedBy>Yu Shin Liou</cp:lastModifiedBy>
  <cp:revision>2</cp:revision>
  <dcterms:created xsi:type="dcterms:W3CDTF">2025-12-15T14:34:21Z</dcterms:created>
  <dcterms:modified xsi:type="dcterms:W3CDTF">2025-12-16T10:42:14Z</dcterms:modified>
</cp:coreProperties>
</file>