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320" r:id="rId2"/>
    <p:sldId id="256" r:id="rId3"/>
    <p:sldId id="321" r:id="rId4"/>
    <p:sldId id="322" r:id="rId5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565"/>
    <p:restoredTop sz="94647"/>
  </p:normalViewPr>
  <p:slideViewPr>
    <p:cSldViewPr snapToGrid="0">
      <p:cViewPr>
        <p:scale>
          <a:sx n="142" d="100"/>
          <a:sy n="142" d="100"/>
        </p:scale>
        <p:origin x="16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6FDD26-D124-F74B-B845-51EC8A19621A}" type="datetimeFigureOut">
              <a:rPr lang="en-TW" smtClean="0"/>
              <a:t>2025/12/15</a:t>
            </a:fld>
            <a:endParaRPr lang="en-TW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TW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22FEA8-C391-9746-899B-CB6261107899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5008460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0C2E01-B351-C346-A4FB-0A5EB25E5B4A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75424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3D127-5941-9C1E-E1E0-B3B26F567F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00545F-AEDB-4789-EF87-F50D38B577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ED6DB-CAE8-F55D-08D0-2F4FFEE77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2DD68-69C3-6C4D-8B02-C4C7EC16CEF6}" type="datetimeFigureOut">
              <a:rPr lang="en-TW" smtClean="0"/>
              <a:t>2025/12/15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19AF1E-FF0C-2899-5E23-B885075B3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A546FF-0AA2-02A8-304F-68CAF7B59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31F5C-A9DC-B146-A860-F087267A3959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9110460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5A7C9-C37B-24FF-236A-695732745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74750-65E8-A999-A151-359376BB1A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A67A07-C695-F983-ABA6-BF148BD42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2DD68-69C3-6C4D-8B02-C4C7EC16CEF6}" type="datetimeFigureOut">
              <a:rPr lang="en-TW" smtClean="0"/>
              <a:t>2025/12/15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428C24-0979-3637-179C-5791FD0EA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8E9020-61E3-4376-6D29-16AA93C69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31F5C-A9DC-B146-A860-F087267A3959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233338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B4D70-A25D-8691-1C78-0E215E6B9C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B4AD70-7E78-D519-5BCF-6EAA0A6128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E2CC0E-D343-30D1-C40F-20887514A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2DD68-69C3-6C4D-8B02-C4C7EC16CEF6}" type="datetimeFigureOut">
              <a:rPr lang="en-TW" smtClean="0"/>
              <a:t>2025/12/15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8C9B8-C356-44E3-2683-0B9EAAE19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A1AF0C-24AE-739A-6B65-BFE20E638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31F5C-A9DC-B146-A860-F087267A3959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967467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E4887-8899-F123-B56C-81A853CD3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AAC968-9BBF-66D7-2866-5E752CBC4A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277F64-620F-9F6A-1DAA-421212EFE7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9F2CC-2073-899D-AB4E-C630B89C1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2DD68-69C3-6C4D-8B02-C4C7EC16CEF6}" type="datetimeFigureOut">
              <a:rPr lang="en-TW" smtClean="0"/>
              <a:t>2025/12/15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8B9B07-9C0A-AC96-2F3E-26D6C9D13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0D67D2-D9E3-FC3D-4291-D4C2381EE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31F5C-A9DC-B146-A860-F087267A3959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7202623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124C1-C252-C345-67EC-F74763E56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3D08B7-668D-917E-858B-6D1EB1607D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F79A02-8A6D-1857-4756-6BCD8A528F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CC60B1-2B53-47C8-B947-36FA58E47F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9CB9EE-6311-B36C-E2FE-95A63CFD9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E6C885-F1C0-D72C-67BC-0E0B7DAE8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2DD68-69C3-6C4D-8B02-C4C7EC16CEF6}" type="datetimeFigureOut">
              <a:rPr lang="en-TW" smtClean="0"/>
              <a:t>2025/12/15</a:t>
            </a:fld>
            <a:endParaRPr lang="en-TW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296064-9C74-A79A-EF32-B4368A2FC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31048E-B4CE-D288-041E-A585C7F4C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31F5C-A9DC-B146-A860-F087267A3959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6150695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20973-A456-F0AB-916D-1C1912DA7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5B5265-558F-CAE6-E12F-1DD5EE5DB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2DD68-69C3-6C4D-8B02-C4C7EC16CEF6}" type="datetimeFigureOut">
              <a:rPr lang="en-TW" smtClean="0"/>
              <a:t>2025/12/15</a:t>
            </a:fld>
            <a:endParaRPr lang="en-TW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F5FBC2-918D-C576-A145-19745BCEC8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2C065F-6890-2D10-E31F-54E3D4569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31F5C-A9DC-B146-A860-F087267A3959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766325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0F1F76-2FDA-B48F-7DE4-9CD48DB0D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2DD68-69C3-6C4D-8B02-C4C7EC16CEF6}" type="datetimeFigureOut">
              <a:rPr lang="en-TW" smtClean="0"/>
              <a:t>2025/12/15</a:t>
            </a:fld>
            <a:endParaRPr lang="en-TW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FC811E-3C89-7AA3-A789-E1613ED38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5F9B19-3617-1776-E09C-51E3C53EE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31F5C-A9DC-B146-A860-F087267A3959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5048255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DA3F0-52BF-AC0B-AD8F-800CF502F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21A0A-14C9-BE96-AEF1-149173C98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B9E3AF-DF89-EA14-6687-83F02388C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B83E3E-AF79-E1E6-EE91-324C7A9BF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2DD68-69C3-6C4D-8B02-C4C7EC16CEF6}" type="datetimeFigureOut">
              <a:rPr lang="en-TW" smtClean="0"/>
              <a:t>2025/12/15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4925AC-F72B-2128-75B4-F406CFE41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DFFCAD-910E-3213-7600-880536B99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31F5C-A9DC-B146-A860-F087267A3959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9452382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05852-357A-FB28-F7BD-D0C4FBCDB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DF66C15-71E5-E574-EC5F-C36CC6AC96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FDEB46-B549-B4D8-A8A8-9E0BCF7426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B1B646-546E-4E98-E2BC-8B487B0CD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2DD68-69C3-6C4D-8B02-C4C7EC16CEF6}" type="datetimeFigureOut">
              <a:rPr lang="en-TW" smtClean="0"/>
              <a:t>2025/12/15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36D38C-C8CA-2AE5-2E34-56AD31AAE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475E86-F4FD-1F13-46F2-36D4B6EA6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31F5C-A9DC-B146-A860-F087267A3959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939945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E43DF-9A58-39E4-B0C8-C98928FCE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04352F-DB66-9B7C-483B-BEF1D9C5E6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E99B81-F6E9-FE52-242F-7C80D9773E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2DD68-69C3-6C4D-8B02-C4C7EC16CEF6}" type="datetimeFigureOut">
              <a:rPr lang="en-TW" smtClean="0"/>
              <a:t>2025/12/15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632D45-249B-A2D4-C34B-BA1C20577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2F1E01-0AEA-6474-0393-CE4293B79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31F5C-A9DC-B146-A860-F087267A3959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792493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2EE186-E71E-7F6F-687A-0C667CF877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7D3B16-A0A8-4C56-E687-C5ADE36FFF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BF056-EC3A-BB6F-C1EF-5753A47E6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2DD68-69C3-6C4D-8B02-C4C7EC16CEF6}" type="datetimeFigureOut">
              <a:rPr lang="en-TW" smtClean="0"/>
              <a:t>2025/12/15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B5EC63-E040-97DE-4216-4178D5860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BDD681-3429-3A76-7F45-5F8D8E74D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31F5C-A9DC-B146-A860-F087267A3959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4611993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400E-639A-CB4E-BD60-F502F2BD19B9}" type="datetime1">
              <a:rPr kumimoji="1" lang="en-GB" altLang="zh-TW" smtClean="0"/>
              <a:t>15/12/2025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599" y="6356355"/>
            <a:ext cx="2743200" cy="365125"/>
          </a:xfrm>
        </p:spPr>
        <p:txBody>
          <a:bodyPr/>
          <a:lstStyle/>
          <a:p>
            <a:fld id="{DA01BD66-78D8-734A-AA1D-CCAFC64BAC82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14773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2">
          <p15:clr>
            <a:srgbClr val="FBAE40"/>
          </p15:clr>
        </p15:guide>
        <p15:guide id="2" pos="5955">
          <p15:clr>
            <a:srgbClr val="FBAE40"/>
          </p15:clr>
        </p15:guide>
        <p15:guide id="3" pos="285">
          <p15:clr>
            <a:srgbClr val="FBAE40"/>
          </p15:clr>
        </p15:guide>
        <p15:guide id="4" orient="horz" pos="415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9601C2-9B70-B37A-B6FA-76F7F2A2A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8FB168-77E7-4375-9038-110656818F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D3C764-179C-2E81-078C-757FCA02A8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72DD68-69C3-6C4D-8B02-C4C7EC16CEF6}" type="datetimeFigureOut">
              <a:rPr lang="en-TW" smtClean="0"/>
              <a:t>2025/12/15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A36650-CB00-0BCB-B00A-57B1FAD772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F776AD-7FBA-EE8E-8CCD-25CF14C3B9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431F5C-A9DC-B146-A860-F087267A3959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957237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10" Type="http://schemas.microsoft.com/office/2007/relationships/hdphoto" Target="../media/hdphoto1.wdp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Picture 262">
            <a:extLst>
              <a:ext uri="{FF2B5EF4-FFF2-40B4-BE49-F238E27FC236}">
                <a16:creationId xmlns:a16="http://schemas.microsoft.com/office/drawing/2014/main" id="{0DAF81B1-ADCD-ABDC-4EBB-6F790F10212D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1965757" y="1588476"/>
            <a:ext cx="1329494" cy="746702"/>
          </a:xfrm>
          <a:prstGeom prst="rect">
            <a:avLst/>
          </a:prstGeom>
        </p:spPr>
      </p:pic>
      <p:pic>
        <p:nvPicPr>
          <p:cNvPr id="264" name="Picture 263">
            <a:extLst>
              <a:ext uri="{FF2B5EF4-FFF2-40B4-BE49-F238E27FC236}">
                <a16:creationId xmlns:a16="http://schemas.microsoft.com/office/drawing/2014/main" id="{11B35496-F4D3-2002-F67C-A81E5B590BD2}"/>
              </a:ext>
            </a:extLst>
          </p:cNvPr>
          <p:cNvPicPr>
            <a:picLocks noChangeAspect="1"/>
          </p:cNvPicPr>
          <p:nvPr/>
        </p:nvPicPr>
        <p:blipFill>
          <a:blip r:embed="rId4">
            <a:grayscl/>
          </a:blip>
          <a:stretch>
            <a:fillRect/>
          </a:stretch>
        </p:blipFill>
        <p:spPr>
          <a:xfrm>
            <a:off x="3349528" y="1556896"/>
            <a:ext cx="1267051" cy="712879"/>
          </a:xfrm>
          <a:prstGeom prst="rect">
            <a:avLst/>
          </a:prstGeom>
        </p:spPr>
      </p:pic>
      <p:grpSp>
        <p:nvGrpSpPr>
          <p:cNvPr id="50" name="Group 49">
            <a:extLst>
              <a:ext uri="{FF2B5EF4-FFF2-40B4-BE49-F238E27FC236}">
                <a16:creationId xmlns:a16="http://schemas.microsoft.com/office/drawing/2014/main" id="{5BAA11B4-CAA5-3B4C-8933-FFFEE3806970}"/>
              </a:ext>
            </a:extLst>
          </p:cNvPr>
          <p:cNvGrpSpPr/>
          <p:nvPr/>
        </p:nvGrpSpPr>
        <p:grpSpPr>
          <a:xfrm>
            <a:off x="2701166" y="2141652"/>
            <a:ext cx="1194421" cy="579623"/>
            <a:chOff x="896365" y="3006469"/>
            <a:chExt cx="757881" cy="367783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99C6AEA-E2E5-F8ED-40D9-160B6B96C18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prstClr val="black"/>
                <a:srgbClr val="D9C3A5">
                  <a:tint val="50000"/>
                  <a:satMod val="180000"/>
                </a:srgbClr>
              </a:duotone>
            </a:blip>
            <a:stretch>
              <a:fillRect/>
            </a:stretch>
          </p:blipFill>
          <p:spPr>
            <a:xfrm rot="1080918">
              <a:off x="910565" y="3072381"/>
              <a:ext cx="301871" cy="301871"/>
            </a:xfrm>
            <a:prstGeom prst="rect">
              <a:avLst/>
            </a:prstGeom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642F7D59-064C-4FEB-84ED-3F2DA2C9C51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prstClr val="black"/>
                <a:srgbClr val="D9C3A5">
                  <a:tint val="50000"/>
                  <a:satMod val="180000"/>
                </a:srgbClr>
              </a:duotone>
            </a:blip>
            <a:stretch>
              <a:fillRect/>
            </a:stretch>
          </p:blipFill>
          <p:spPr>
            <a:xfrm rot="6500427">
              <a:off x="1179149" y="3039838"/>
              <a:ext cx="279376" cy="279376"/>
            </a:xfrm>
            <a:prstGeom prst="rect">
              <a:avLst/>
            </a:prstGeom>
          </p:spPr>
        </p:pic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75DEA460-72A2-6D5D-5B10-C8BBB57304FD}"/>
                </a:ext>
              </a:extLst>
            </p:cNvPr>
            <p:cNvSpPr/>
            <p:nvPr/>
          </p:nvSpPr>
          <p:spPr>
            <a:xfrm>
              <a:off x="896365" y="3006469"/>
              <a:ext cx="122957" cy="120113"/>
            </a:xfrm>
            <a:prstGeom prst="ellipse">
              <a:avLst/>
            </a:prstGeom>
            <a:solidFill>
              <a:schemeClr val="bg1">
                <a:alpha val="40000"/>
              </a:schemeClr>
            </a:solidFill>
            <a:ln>
              <a:solidFill>
                <a:srgbClr val="C0000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63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FC98399-F46F-FD31-D3C5-44B513B9A3D1}"/>
                </a:ext>
              </a:extLst>
            </p:cNvPr>
            <p:cNvSpPr txBox="1"/>
            <p:nvPr/>
          </p:nvSpPr>
          <p:spPr>
            <a:xfrm rot="2843675">
              <a:off x="1403062" y="3024406"/>
              <a:ext cx="178203" cy="205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500" dirty="0">
                  <a:solidFill>
                    <a:srgbClr val="C00000"/>
                  </a:solidFill>
                </a:rPr>
                <a:t>?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6637FA0-E919-8A36-21D2-66E954F7471F}"/>
                </a:ext>
              </a:extLst>
            </p:cNvPr>
            <p:cNvSpPr txBox="1"/>
            <p:nvPr/>
          </p:nvSpPr>
          <p:spPr>
            <a:xfrm rot="852245">
              <a:off x="1410268" y="3117144"/>
              <a:ext cx="243978" cy="1562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>
                  <a:solidFill>
                    <a:srgbClr val="C00000"/>
                  </a:solidFill>
                </a:rPr>
                <a:t>?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9D741B3-C1D2-1CEE-6BD8-F8300EC81259}"/>
              </a:ext>
            </a:extLst>
          </p:cNvPr>
          <p:cNvGrpSpPr/>
          <p:nvPr/>
        </p:nvGrpSpPr>
        <p:grpSpPr>
          <a:xfrm>
            <a:off x="1893255" y="1165648"/>
            <a:ext cx="2698618" cy="253916"/>
            <a:chOff x="587095" y="3572047"/>
            <a:chExt cx="2698618" cy="253916"/>
          </a:xfrm>
        </p:grpSpPr>
        <p:sp>
          <p:nvSpPr>
            <p:cNvPr id="293" name="Google Shape;1651;p69">
              <a:extLst>
                <a:ext uri="{FF2B5EF4-FFF2-40B4-BE49-F238E27FC236}">
                  <a16:creationId xmlns:a16="http://schemas.microsoft.com/office/drawing/2014/main" id="{8A19F5CF-BA18-CB6C-2759-AF4ABCBECF38}"/>
                </a:ext>
              </a:extLst>
            </p:cNvPr>
            <p:cNvSpPr/>
            <p:nvPr/>
          </p:nvSpPr>
          <p:spPr>
            <a:xfrm>
              <a:off x="634892" y="3615015"/>
              <a:ext cx="2650821" cy="162115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>
                <a:latin typeface="Hiragino Sans GB W3" panose="020B0300000000000000" pitchFamily="34" charset="-128"/>
                <a:ea typeface="Hiragino Sans GB W3" panose="020B0300000000000000" pitchFamily="34" charset="-128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06C61DC6-DE49-05B6-4F1B-3412F11AE479}"/>
                </a:ext>
              </a:extLst>
            </p:cNvPr>
            <p:cNvSpPr txBox="1"/>
            <p:nvPr/>
          </p:nvSpPr>
          <p:spPr>
            <a:xfrm>
              <a:off x="587095" y="3572047"/>
              <a:ext cx="1231514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rgbClr val="3E3E3E"/>
                  </a:solidFill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rPr>
                <a:t>Texture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F5B854CB-78F1-46DC-36BC-15A4C55E6B45}"/>
              </a:ext>
            </a:extLst>
          </p:cNvPr>
          <p:cNvGrpSpPr/>
          <p:nvPr/>
        </p:nvGrpSpPr>
        <p:grpSpPr>
          <a:xfrm>
            <a:off x="4976932" y="1168278"/>
            <a:ext cx="2705275" cy="253916"/>
            <a:chOff x="3670771" y="3574677"/>
            <a:chExt cx="2705275" cy="253916"/>
          </a:xfrm>
        </p:grpSpPr>
        <p:sp>
          <p:nvSpPr>
            <p:cNvPr id="295" name="Google Shape;1651;p69">
              <a:extLst>
                <a:ext uri="{FF2B5EF4-FFF2-40B4-BE49-F238E27FC236}">
                  <a16:creationId xmlns:a16="http://schemas.microsoft.com/office/drawing/2014/main" id="{32F054EF-8C96-8D62-E73F-D55C4B7A7EB9}"/>
                </a:ext>
              </a:extLst>
            </p:cNvPr>
            <p:cNvSpPr/>
            <p:nvPr/>
          </p:nvSpPr>
          <p:spPr>
            <a:xfrm>
              <a:off x="3725225" y="3615015"/>
              <a:ext cx="2650821" cy="162115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>
                <a:latin typeface="Hiragino Sans GB W3" panose="020B0300000000000000" pitchFamily="34" charset="-128"/>
                <a:ea typeface="Hiragino Sans GB W3" panose="020B0300000000000000" pitchFamily="34" charset="-128"/>
              </a:endParaRP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307CD630-A53C-C209-0401-05DC8A456599}"/>
                </a:ext>
              </a:extLst>
            </p:cNvPr>
            <p:cNvSpPr txBox="1"/>
            <p:nvPr/>
          </p:nvSpPr>
          <p:spPr>
            <a:xfrm>
              <a:off x="3670771" y="3574677"/>
              <a:ext cx="125505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rgbClr val="3E3E3E"/>
                  </a:solidFill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rPr>
                <a:t>Line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B52461C-8824-CFBB-C38D-FB49C4DAB0C1}"/>
              </a:ext>
            </a:extLst>
          </p:cNvPr>
          <p:cNvGrpSpPr/>
          <p:nvPr/>
        </p:nvGrpSpPr>
        <p:grpSpPr>
          <a:xfrm>
            <a:off x="7870218" y="1174477"/>
            <a:ext cx="2699122" cy="253916"/>
            <a:chOff x="6564058" y="3580876"/>
            <a:chExt cx="2699122" cy="253916"/>
          </a:xfrm>
        </p:grpSpPr>
        <p:sp>
          <p:nvSpPr>
            <p:cNvPr id="299" name="Google Shape;1651;p69">
              <a:extLst>
                <a:ext uri="{FF2B5EF4-FFF2-40B4-BE49-F238E27FC236}">
                  <a16:creationId xmlns:a16="http://schemas.microsoft.com/office/drawing/2014/main" id="{10D6AB57-AF85-9B30-466F-B64F9ED4EFAC}"/>
                </a:ext>
              </a:extLst>
            </p:cNvPr>
            <p:cNvSpPr/>
            <p:nvPr/>
          </p:nvSpPr>
          <p:spPr>
            <a:xfrm>
              <a:off x="6612359" y="3623482"/>
              <a:ext cx="2650821" cy="162115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>
                <a:latin typeface="Hiragino Sans GB W3" panose="020B0300000000000000" pitchFamily="34" charset="-128"/>
                <a:ea typeface="Hiragino Sans GB W3" panose="020B0300000000000000" pitchFamily="34" charset="-128"/>
              </a:endParaRP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DF4BF8C8-DBFC-8255-CFFD-166F34BCA1F4}"/>
                </a:ext>
              </a:extLst>
            </p:cNvPr>
            <p:cNvSpPr txBox="1"/>
            <p:nvPr/>
          </p:nvSpPr>
          <p:spPr>
            <a:xfrm>
              <a:off x="6564058" y="3580876"/>
              <a:ext cx="1226997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rgbClr val="3E3E3E"/>
                  </a:solidFill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rPr>
                <a:t>Arrow</a:t>
              </a:r>
            </a:p>
          </p:txBody>
        </p:sp>
      </p:grpSp>
      <p:pic>
        <p:nvPicPr>
          <p:cNvPr id="171" name="Picture 170">
            <a:extLst>
              <a:ext uri="{FF2B5EF4-FFF2-40B4-BE49-F238E27FC236}">
                <a16:creationId xmlns:a16="http://schemas.microsoft.com/office/drawing/2014/main" id="{BF47AD56-F013-A959-F716-6C850C0CC777}"/>
              </a:ext>
            </a:extLst>
          </p:cNvPr>
          <p:cNvPicPr>
            <a:picLocks noChangeAspect="1"/>
          </p:cNvPicPr>
          <p:nvPr/>
        </p:nvPicPr>
        <p:blipFill>
          <a:blip r:embed="rId6">
            <a:grayscl/>
          </a:blip>
          <a:stretch>
            <a:fillRect/>
          </a:stretch>
        </p:blipFill>
        <p:spPr>
          <a:xfrm>
            <a:off x="7828003" y="1801369"/>
            <a:ext cx="2850325" cy="401969"/>
          </a:xfrm>
          <a:prstGeom prst="rect">
            <a:avLst/>
          </a:prstGeom>
        </p:spPr>
      </p:pic>
      <p:pic>
        <p:nvPicPr>
          <p:cNvPr id="172" name="Picture 171">
            <a:extLst>
              <a:ext uri="{FF2B5EF4-FFF2-40B4-BE49-F238E27FC236}">
                <a16:creationId xmlns:a16="http://schemas.microsoft.com/office/drawing/2014/main" id="{A333F5CC-D45C-B57E-8ED4-A34C1F674C6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 rot="5053028">
            <a:off x="7812883" y="2052412"/>
            <a:ext cx="379429" cy="379431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A797E2B-5FAE-D4A4-9872-B918D5406A97}"/>
              </a:ext>
            </a:extLst>
          </p:cNvPr>
          <p:cNvGrpSpPr/>
          <p:nvPr/>
        </p:nvGrpSpPr>
        <p:grpSpPr>
          <a:xfrm>
            <a:off x="4860003" y="3893302"/>
            <a:ext cx="2697226" cy="253916"/>
            <a:chOff x="3611087" y="6363014"/>
            <a:chExt cx="2697226" cy="253916"/>
          </a:xfrm>
        </p:grpSpPr>
        <p:sp>
          <p:nvSpPr>
            <p:cNvPr id="297" name="Google Shape;1651;p69">
              <a:extLst>
                <a:ext uri="{FF2B5EF4-FFF2-40B4-BE49-F238E27FC236}">
                  <a16:creationId xmlns:a16="http://schemas.microsoft.com/office/drawing/2014/main" id="{A63A896E-EBE7-F2C2-D38F-1F8FBFC34093}"/>
                </a:ext>
              </a:extLst>
            </p:cNvPr>
            <p:cNvSpPr/>
            <p:nvPr/>
          </p:nvSpPr>
          <p:spPr>
            <a:xfrm>
              <a:off x="3657492" y="6409015"/>
              <a:ext cx="2650821" cy="162115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>
                <a:latin typeface="Hiragino Sans GB W3" panose="020B0300000000000000" pitchFamily="34" charset="-128"/>
                <a:ea typeface="Hiragino Sans GB W3" panose="020B0300000000000000" pitchFamily="34" charset="-128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3E7C5CFD-48EF-6F56-3530-EED1F8CA9AE3}"/>
                </a:ext>
              </a:extLst>
            </p:cNvPr>
            <p:cNvSpPr txBox="1"/>
            <p:nvPr/>
          </p:nvSpPr>
          <p:spPr>
            <a:xfrm>
              <a:off x="3611087" y="6363014"/>
              <a:ext cx="1834772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rgbClr val="3E3E3E"/>
                  </a:solidFill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rPr>
                <a:t>Corner</a:t>
              </a:r>
            </a:p>
          </p:txBody>
        </p:sp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6C018E05-A25F-6148-3DB2-BE86F80FB005}"/>
              </a:ext>
            </a:extLst>
          </p:cNvPr>
          <p:cNvGrpSpPr/>
          <p:nvPr/>
        </p:nvGrpSpPr>
        <p:grpSpPr>
          <a:xfrm>
            <a:off x="1860543" y="4287356"/>
            <a:ext cx="2780416" cy="905154"/>
            <a:chOff x="392865" y="2675785"/>
            <a:chExt cx="1764224" cy="574337"/>
          </a:xfrm>
        </p:grpSpPr>
        <p:pic>
          <p:nvPicPr>
            <p:cNvPr id="213" name="Picture 212">
              <a:extLst>
                <a:ext uri="{FF2B5EF4-FFF2-40B4-BE49-F238E27FC236}">
                  <a16:creationId xmlns:a16="http://schemas.microsoft.com/office/drawing/2014/main" id="{73FED5A2-AB3B-FBE1-ED02-9B628973F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grayscl/>
            </a:blip>
            <a:stretch>
              <a:fillRect/>
            </a:stretch>
          </p:blipFill>
          <p:spPr>
            <a:xfrm>
              <a:off x="392865" y="2675785"/>
              <a:ext cx="842302" cy="561534"/>
            </a:xfrm>
            <a:prstGeom prst="rect">
              <a:avLst/>
            </a:prstGeom>
          </p:spPr>
        </p:pic>
        <p:pic>
          <p:nvPicPr>
            <p:cNvPr id="214" name="Picture 213">
              <a:extLst>
                <a:ext uri="{FF2B5EF4-FFF2-40B4-BE49-F238E27FC236}">
                  <a16:creationId xmlns:a16="http://schemas.microsoft.com/office/drawing/2014/main" id="{C795A83C-1D5E-9D20-87DF-90973ABC7D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prstClr val="black"/>
                <a:srgbClr val="D9C3A5">
                  <a:tint val="50000"/>
                  <a:satMod val="180000"/>
                </a:srgbClr>
              </a:duotone>
            </a:blip>
            <a:stretch>
              <a:fillRect/>
            </a:stretch>
          </p:blipFill>
          <p:spPr>
            <a:xfrm rot="1080918">
              <a:off x="902297" y="2945051"/>
              <a:ext cx="301871" cy="301871"/>
            </a:xfrm>
            <a:prstGeom prst="rect">
              <a:avLst/>
            </a:prstGeom>
          </p:spPr>
        </p:pic>
        <p:pic>
          <p:nvPicPr>
            <p:cNvPr id="215" name="Picture 214">
              <a:extLst>
                <a:ext uri="{FF2B5EF4-FFF2-40B4-BE49-F238E27FC236}">
                  <a16:creationId xmlns:a16="http://schemas.microsoft.com/office/drawing/2014/main" id="{05B75716-C129-3F3B-2E4C-F00632846DA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grayscl/>
            </a:blip>
            <a:stretch>
              <a:fillRect/>
            </a:stretch>
          </p:blipFill>
          <p:spPr>
            <a:xfrm>
              <a:off x="1313884" y="2688588"/>
              <a:ext cx="843205" cy="561534"/>
            </a:xfrm>
            <a:prstGeom prst="rect">
              <a:avLst/>
            </a:prstGeom>
          </p:spPr>
        </p:pic>
        <p:pic>
          <p:nvPicPr>
            <p:cNvPr id="216" name="Picture 215">
              <a:extLst>
                <a:ext uri="{FF2B5EF4-FFF2-40B4-BE49-F238E27FC236}">
                  <a16:creationId xmlns:a16="http://schemas.microsoft.com/office/drawing/2014/main" id="{9DF7C9AB-F6F0-8601-4959-00D66F3EAC6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duotone>
                <a:prstClr val="black"/>
                <a:srgbClr val="D9C3A5">
                  <a:tint val="50000"/>
                  <a:satMod val="180000"/>
                </a:srgbClr>
              </a:duotone>
            </a:blip>
            <a:srcRect l="-11842" t="-709" r="-6904" b="1305"/>
            <a:stretch/>
          </p:blipFill>
          <p:spPr>
            <a:xfrm rot="6500427">
              <a:off x="1159724" y="2885608"/>
              <a:ext cx="331749" cy="277711"/>
            </a:xfrm>
            <a:prstGeom prst="ellipse">
              <a:avLst/>
            </a:prstGeom>
            <a:solidFill>
              <a:schemeClr val="bg1">
                <a:alpha val="78974"/>
              </a:schemeClr>
            </a:solidFill>
          </p:spPr>
        </p:pic>
        <p:sp>
          <p:nvSpPr>
            <p:cNvPr id="217" name="Oval 216">
              <a:extLst>
                <a:ext uri="{FF2B5EF4-FFF2-40B4-BE49-F238E27FC236}">
                  <a16:creationId xmlns:a16="http://schemas.microsoft.com/office/drawing/2014/main" id="{1B2918B2-B610-D020-D054-4B6FB66A9DE2}"/>
                </a:ext>
              </a:extLst>
            </p:cNvPr>
            <p:cNvSpPr/>
            <p:nvPr/>
          </p:nvSpPr>
          <p:spPr>
            <a:xfrm>
              <a:off x="831840" y="2814694"/>
              <a:ext cx="161945" cy="147453"/>
            </a:xfrm>
            <a:prstGeom prst="ellipse">
              <a:avLst/>
            </a:prstGeom>
            <a:noFill/>
            <a:ln>
              <a:solidFill>
                <a:srgbClr val="C00000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63" dirty="0">
                <a:solidFill>
                  <a:srgbClr val="E5BAB4"/>
                </a:solidFill>
              </a:endParaRPr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ED60A659-25FD-4659-0E50-14E6B7797BBC}"/>
                </a:ext>
              </a:extLst>
            </p:cNvPr>
            <p:cNvSpPr txBox="1"/>
            <p:nvPr/>
          </p:nvSpPr>
          <p:spPr>
            <a:xfrm rot="2236126">
              <a:off x="1446472" y="2896011"/>
              <a:ext cx="178202" cy="205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500" dirty="0">
                  <a:solidFill>
                    <a:srgbClr val="C00000"/>
                  </a:solidFill>
                </a:rPr>
                <a:t>?</a:t>
              </a: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FB38D1D1-0EEA-7827-200F-D4EB8926E415}"/>
                </a:ext>
              </a:extLst>
            </p:cNvPr>
            <p:cNvSpPr txBox="1"/>
            <p:nvPr/>
          </p:nvSpPr>
          <p:spPr>
            <a:xfrm rot="852245">
              <a:off x="1421383" y="2911730"/>
              <a:ext cx="139400" cy="1562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>
                  <a:solidFill>
                    <a:srgbClr val="C00000"/>
                  </a:solidFill>
                </a:rPr>
                <a:t>?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881D2E4-76A1-1C5C-81DE-5B1395CF5834}"/>
              </a:ext>
            </a:extLst>
          </p:cNvPr>
          <p:cNvGrpSpPr/>
          <p:nvPr/>
        </p:nvGrpSpPr>
        <p:grpSpPr>
          <a:xfrm>
            <a:off x="1856593" y="3893035"/>
            <a:ext cx="2703436" cy="253916"/>
            <a:chOff x="607677" y="6362747"/>
            <a:chExt cx="2703436" cy="253916"/>
          </a:xfrm>
        </p:grpSpPr>
        <p:sp>
          <p:nvSpPr>
            <p:cNvPr id="296" name="Google Shape;1651;p69">
              <a:extLst>
                <a:ext uri="{FF2B5EF4-FFF2-40B4-BE49-F238E27FC236}">
                  <a16:creationId xmlns:a16="http://schemas.microsoft.com/office/drawing/2014/main" id="{1C20F8BA-DC40-047A-25D9-A6571121DDE8}"/>
                </a:ext>
              </a:extLst>
            </p:cNvPr>
            <p:cNvSpPr/>
            <p:nvPr/>
          </p:nvSpPr>
          <p:spPr>
            <a:xfrm>
              <a:off x="660292" y="6409015"/>
              <a:ext cx="2650821" cy="162115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>
                <a:latin typeface="Hiragino Sans GB W3" panose="020B0300000000000000" pitchFamily="34" charset="-128"/>
                <a:ea typeface="Hiragino Sans GB W3" panose="020B0300000000000000" pitchFamily="34" charset="-128"/>
              </a:endParaRP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44F87B06-E52F-B27D-1860-3A12633101B1}"/>
                </a:ext>
              </a:extLst>
            </p:cNvPr>
            <p:cNvSpPr txBox="1"/>
            <p:nvPr/>
          </p:nvSpPr>
          <p:spPr>
            <a:xfrm>
              <a:off x="607677" y="6362747"/>
              <a:ext cx="1834772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rgbClr val="3E3E3E"/>
                  </a:solidFill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rPr>
                <a:t>Shape</a:t>
              </a:r>
            </a:p>
          </p:txBody>
        </p:sp>
      </p:grpSp>
      <p:pic>
        <p:nvPicPr>
          <p:cNvPr id="173" name="Picture 172">
            <a:extLst>
              <a:ext uri="{FF2B5EF4-FFF2-40B4-BE49-F238E27FC236}">
                <a16:creationId xmlns:a16="http://schemas.microsoft.com/office/drawing/2014/main" id="{F82FD0D8-1856-CEEF-AB87-88B567399796}"/>
              </a:ext>
            </a:extLst>
          </p:cNvPr>
          <p:cNvPicPr>
            <a:picLocks noChangeAspect="1"/>
          </p:cNvPicPr>
          <p:nvPr/>
        </p:nvPicPr>
        <p:blipFill>
          <a:blip r:embed="rId9">
            <a:grayscl/>
          </a:blip>
          <a:stretch>
            <a:fillRect/>
          </a:stretch>
        </p:blipFill>
        <p:spPr>
          <a:xfrm>
            <a:off x="6425043" y="1439284"/>
            <a:ext cx="1067678" cy="1091874"/>
          </a:xfrm>
          <a:prstGeom prst="rect">
            <a:avLst/>
          </a:prstGeom>
        </p:spPr>
      </p:pic>
      <p:grpSp>
        <p:nvGrpSpPr>
          <p:cNvPr id="246" name="Group 245">
            <a:extLst>
              <a:ext uri="{FF2B5EF4-FFF2-40B4-BE49-F238E27FC236}">
                <a16:creationId xmlns:a16="http://schemas.microsoft.com/office/drawing/2014/main" id="{AF5E99FF-8A08-DFFC-9A5E-A1556148166F}"/>
              </a:ext>
            </a:extLst>
          </p:cNvPr>
          <p:cNvGrpSpPr/>
          <p:nvPr/>
        </p:nvGrpSpPr>
        <p:grpSpPr>
          <a:xfrm>
            <a:off x="5262271" y="1577527"/>
            <a:ext cx="1055571" cy="832612"/>
            <a:chOff x="3987361" y="1797625"/>
            <a:chExt cx="1055571" cy="832612"/>
          </a:xfrm>
        </p:grpSpPr>
        <p:pic>
          <p:nvPicPr>
            <p:cNvPr id="247" name="Picture 246">
              <a:extLst>
                <a:ext uri="{FF2B5EF4-FFF2-40B4-BE49-F238E27FC236}">
                  <a16:creationId xmlns:a16="http://schemas.microsoft.com/office/drawing/2014/main" id="{3B9D0F34-AB91-0C8F-DE70-F5432D864CB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grayscl/>
            </a:blip>
            <a:stretch>
              <a:fillRect/>
            </a:stretch>
          </p:blipFill>
          <p:spPr>
            <a:xfrm>
              <a:off x="4215051" y="1797625"/>
              <a:ext cx="827881" cy="832612"/>
            </a:xfrm>
            <a:prstGeom prst="rect">
              <a:avLst/>
            </a:prstGeom>
          </p:spPr>
        </p:pic>
        <p:pic>
          <p:nvPicPr>
            <p:cNvPr id="248" name="Picture 247">
              <a:extLst>
                <a:ext uri="{FF2B5EF4-FFF2-40B4-BE49-F238E27FC236}">
                  <a16:creationId xmlns:a16="http://schemas.microsoft.com/office/drawing/2014/main" id="{A3B185D2-0449-918F-465D-C835E1C3089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prstClr val="black"/>
                <a:srgbClr val="D9C3A5">
                  <a:tint val="50000"/>
                  <a:satMod val="180000"/>
                </a:srgbClr>
              </a:duotone>
            </a:blip>
            <a:stretch>
              <a:fillRect/>
            </a:stretch>
          </p:blipFill>
          <p:spPr>
            <a:xfrm rot="5053028">
              <a:off x="3987362" y="1953952"/>
              <a:ext cx="379429" cy="379431"/>
            </a:xfrm>
            <a:prstGeom prst="rect">
              <a:avLst/>
            </a:prstGeom>
          </p:spPr>
        </p:pic>
        <p:sp>
          <p:nvSpPr>
            <p:cNvPr id="253" name="Rectangle 252">
              <a:extLst>
                <a:ext uri="{FF2B5EF4-FFF2-40B4-BE49-F238E27FC236}">
                  <a16:creationId xmlns:a16="http://schemas.microsoft.com/office/drawing/2014/main" id="{6135BD9B-2BEF-5327-7315-1076EDB83DDA}"/>
                </a:ext>
              </a:extLst>
            </p:cNvPr>
            <p:cNvSpPr/>
            <p:nvPr/>
          </p:nvSpPr>
          <p:spPr>
            <a:xfrm>
              <a:off x="4273164" y="2360088"/>
              <a:ext cx="324281" cy="22172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79" name="Straight Arrow Connector 278">
            <a:extLst>
              <a:ext uri="{FF2B5EF4-FFF2-40B4-BE49-F238E27FC236}">
                <a16:creationId xmlns:a16="http://schemas.microsoft.com/office/drawing/2014/main" id="{8D40A15F-45DA-C2F1-06CC-F6EBBF140679}"/>
              </a:ext>
            </a:extLst>
          </p:cNvPr>
          <p:cNvCxnSpPr/>
          <p:nvPr/>
        </p:nvCxnSpPr>
        <p:spPr>
          <a:xfrm>
            <a:off x="8284811" y="2283391"/>
            <a:ext cx="527201" cy="0"/>
          </a:xfrm>
          <a:prstGeom prst="straightConnector1">
            <a:avLst/>
          </a:prstGeom>
          <a:ln w="12700">
            <a:solidFill>
              <a:srgbClr val="C0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2" name="Group 291">
            <a:extLst>
              <a:ext uri="{FF2B5EF4-FFF2-40B4-BE49-F238E27FC236}">
                <a16:creationId xmlns:a16="http://schemas.microsoft.com/office/drawing/2014/main" id="{8DCDA87B-82CF-D4D9-726D-EC3388BDBC31}"/>
              </a:ext>
            </a:extLst>
          </p:cNvPr>
          <p:cNvGrpSpPr/>
          <p:nvPr/>
        </p:nvGrpSpPr>
        <p:grpSpPr>
          <a:xfrm>
            <a:off x="4928698" y="4214484"/>
            <a:ext cx="2373754" cy="1168337"/>
            <a:chOff x="6665896" y="4152778"/>
            <a:chExt cx="2373754" cy="1168337"/>
          </a:xfrm>
        </p:grpSpPr>
        <p:grpSp>
          <p:nvGrpSpPr>
            <p:cNvPr id="277" name="Group 276">
              <a:extLst>
                <a:ext uri="{FF2B5EF4-FFF2-40B4-BE49-F238E27FC236}">
                  <a16:creationId xmlns:a16="http://schemas.microsoft.com/office/drawing/2014/main" id="{88F1CAA4-A8C9-6CC1-0403-105C000CE7D0}"/>
                </a:ext>
              </a:extLst>
            </p:cNvPr>
            <p:cNvGrpSpPr/>
            <p:nvPr/>
          </p:nvGrpSpPr>
          <p:grpSpPr>
            <a:xfrm>
              <a:off x="6665896" y="4152778"/>
              <a:ext cx="2373754" cy="1168337"/>
              <a:chOff x="6665896" y="4409953"/>
              <a:chExt cx="2373754" cy="1168337"/>
            </a:xfrm>
          </p:grpSpPr>
          <p:pic>
            <p:nvPicPr>
              <p:cNvPr id="241" name="Picture 240">
                <a:extLst>
                  <a:ext uri="{FF2B5EF4-FFF2-40B4-BE49-F238E27FC236}">
                    <a16:creationId xmlns:a16="http://schemas.microsoft.com/office/drawing/2014/main" id="{DB0C18F8-B23B-B98A-FD40-AD2BF2805A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grayscl/>
              </a:blip>
              <a:stretch>
                <a:fillRect/>
              </a:stretch>
            </p:blipFill>
            <p:spPr>
              <a:xfrm>
                <a:off x="7847834" y="4409953"/>
                <a:ext cx="1191816" cy="594229"/>
              </a:xfrm>
              <a:prstGeom prst="rect">
                <a:avLst/>
              </a:prstGeom>
            </p:spPr>
          </p:pic>
          <p:pic>
            <p:nvPicPr>
              <p:cNvPr id="242" name="Picture 241">
                <a:extLst>
                  <a:ext uri="{FF2B5EF4-FFF2-40B4-BE49-F238E27FC236}">
                    <a16:creationId xmlns:a16="http://schemas.microsoft.com/office/drawing/2014/main" id="{7D76A7C2-FD6F-BB16-8F08-2B2D7A93AF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grayscl/>
              </a:blip>
              <a:stretch>
                <a:fillRect/>
              </a:stretch>
            </p:blipFill>
            <p:spPr>
              <a:xfrm>
                <a:off x="7847834" y="4984061"/>
                <a:ext cx="1191816" cy="594229"/>
              </a:xfrm>
              <a:prstGeom prst="rect">
                <a:avLst/>
              </a:prstGeom>
            </p:spPr>
          </p:pic>
          <p:grpSp>
            <p:nvGrpSpPr>
              <p:cNvPr id="255" name="Group 254">
                <a:extLst>
                  <a:ext uri="{FF2B5EF4-FFF2-40B4-BE49-F238E27FC236}">
                    <a16:creationId xmlns:a16="http://schemas.microsoft.com/office/drawing/2014/main" id="{9E7EF3E6-47DD-2D02-077A-9978DCCA0B57}"/>
                  </a:ext>
                </a:extLst>
              </p:cNvPr>
              <p:cNvGrpSpPr/>
              <p:nvPr/>
            </p:nvGrpSpPr>
            <p:grpSpPr>
              <a:xfrm>
                <a:off x="6665896" y="4552411"/>
                <a:ext cx="1055571" cy="832612"/>
                <a:chOff x="3987361" y="1797625"/>
                <a:chExt cx="1055571" cy="832612"/>
              </a:xfrm>
            </p:grpSpPr>
            <p:pic>
              <p:nvPicPr>
                <p:cNvPr id="256" name="Picture 255">
                  <a:extLst>
                    <a:ext uri="{FF2B5EF4-FFF2-40B4-BE49-F238E27FC236}">
                      <a16:creationId xmlns:a16="http://schemas.microsoft.com/office/drawing/2014/main" id="{F83A81DE-F672-F224-71F8-309FD7DFB1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>
                  <a:grayscl/>
                </a:blip>
                <a:stretch>
                  <a:fillRect/>
                </a:stretch>
              </p:blipFill>
              <p:spPr>
                <a:xfrm>
                  <a:off x="4215051" y="1797625"/>
                  <a:ext cx="827881" cy="832612"/>
                </a:xfrm>
                <a:prstGeom prst="rect">
                  <a:avLst/>
                </a:prstGeom>
              </p:spPr>
            </p:pic>
            <p:pic>
              <p:nvPicPr>
                <p:cNvPr id="257" name="Picture 256">
                  <a:extLst>
                    <a:ext uri="{FF2B5EF4-FFF2-40B4-BE49-F238E27FC236}">
                      <a16:creationId xmlns:a16="http://schemas.microsoft.com/office/drawing/2014/main" id="{62BC9926-4A0B-88EE-FD47-14AFE8C7E08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duotone>
                    <a:prstClr val="black"/>
                    <a:srgbClr val="D9C3A5">
                      <a:tint val="50000"/>
                      <a:satMod val="180000"/>
                    </a:srgbClr>
                  </a:duotone>
                </a:blip>
                <a:stretch>
                  <a:fillRect/>
                </a:stretch>
              </p:blipFill>
              <p:spPr>
                <a:xfrm rot="5053028">
                  <a:off x="3987362" y="1953952"/>
                  <a:ext cx="379429" cy="379431"/>
                </a:xfrm>
                <a:prstGeom prst="rect">
                  <a:avLst/>
                </a:prstGeom>
              </p:spPr>
            </p:pic>
            <p:sp>
              <p:nvSpPr>
                <p:cNvPr id="262" name="Rectangle 261">
                  <a:extLst>
                    <a:ext uri="{FF2B5EF4-FFF2-40B4-BE49-F238E27FC236}">
                      <a16:creationId xmlns:a16="http://schemas.microsoft.com/office/drawing/2014/main" id="{89C2798E-8F47-8D20-3F41-EC79BAFDAD7E}"/>
                    </a:ext>
                  </a:extLst>
                </p:cNvPr>
                <p:cNvSpPr/>
                <p:nvPr/>
              </p:nvSpPr>
              <p:spPr>
                <a:xfrm>
                  <a:off x="4273164" y="2360088"/>
                  <a:ext cx="324281" cy="22172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cxnSp>
          <p:nvCxnSpPr>
            <p:cNvPr id="282" name="Elbow Connector 281">
              <a:extLst>
                <a:ext uri="{FF2B5EF4-FFF2-40B4-BE49-F238E27FC236}">
                  <a16:creationId xmlns:a16="http://schemas.microsoft.com/office/drawing/2014/main" id="{397C3A86-FB3B-88B3-D642-431E4AB0543C}"/>
                </a:ext>
              </a:extLst>
            </p:cNvPr>
            <p:cNvCxnSpPr/>
            <p:nvPr/>
          </p:nvCxnSpPr>
          <p:spPr>
            <a:xfrm>
              <a:off x="7113839" y="4433413"/>
              <a:ext cx="455241" cy="241948"/>
            </a:xfrm>
            <a:prstGeom prst="bentConnector3">
              <a:avLst/>
            </a:prstGeom>
            <a:ln w="12700">
              <a:solidFill>
                <a:srgbClr val="C00000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3" name="Elbow Connector 282">
            <a:extLst>
              <a:ext uri="{FF2B5EF4-FFF2-40B4-BE49-F238E27FC236}">
                <a16:creationId xmlns:a16="http://schemas.microsoft.com/office/drawing/2014/main" id="{FF530E19-55EA-6847-878B-BE25B48F1506}"/>
              </a:ext>
            </a:extLst>
          </p:cNvPr>
          <p:cNvCxnSpPr/>
          <p:nvPr/>
        </p:nvCxnSpPr>
        <p:spPr>
          <a:xfrm>
            <a:off x="5703396" y="1721425"/>
            <a:ext cx="455241" cy="241948"/>
          </a:xfrm>
          <a:prstGeom prst="bentConnector3">
            <a:avLst/>
          </a:prstGeom>
          <a:ln w="12700">
            <a:solidFill>
              <a:srgbClr val="C0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CA291B5-F2BA-4612-017C-ED166F7D9BC3}"/>
              </a:ext>
            </a:extLst>
          </p:cNvPr>
          <p:cNvGrpSpPr/>
          <p:nvPr/>
        </p:nvGrpSpPr>
        <p:grpSpPr>
          <a:xfrm>
            <a:off x="7650095" y="3887344"/>
            <a:ext cx="2701134" cy="253916"/>
            <a:chOff x="6401179" y="6357056"/>
            <a:chExt cx="2701134" cy="253916"/>
          </a:xfrm>
        </p:grpSpPr>
        <p:sp>
          <p:nvSpPr>
            <p:cNvPr id="298" name="Google Shape;1651;p69">
              <a:extLst>
                <a:ext uri="{FF2B5EF4-FFF2-40B4-BE49-F238E27FC236}">
                  <a16:creationId xmlns:a16="http://schemas.microsoft.com/office/drawing/2014/main" id="{E6B8B1B4-C8A9-B9FE-9006-1C9C26154D31}"/>
                </a:ext>
              </a:extLst>
            </p:cNvPr>
            <p:cNvSpPr/>
            <p:nvPr/>
          </p:nvSpPr>
          <p:spPr>
            <a:xfrm>
              <a:off x="6451492" y="6400549"/>
              <a:ext cx="2650821" cy="162115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>
                <a:latin typeface="Hiragino Sans GB W3" panose="020B0300000000000000" pitchFamily="34" charset="-128"/>
                <a:ea typeface="Hiragino Sans GB W3" panose="020B0300000000000000" pitchFamily="34" charset="-128"/>
              </a:endParaRPr>
            </a:p>
          </p:txBody>
        </p:sp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0E2D040E-5C5E-31EC-3C88-04277F0980CD}"/>
                </a:ext>
              </a:extLst>
            </p:cNvPr>
            <p:cNvSpPr txBox="1"/>
            <p:nvPr/>
          </p:nvSpPr>
          <p:spPr>
            <a:xfrm>
              <a:off x="6401179" y="6357056"/>
              <a:ext cx="114437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rgbClr val="3E3E3E"/>
                  </a:solidFill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rPr>
                <a:t>Icon</a:t>
              </a:r>
            </a:p>
          </p:txBody>
        </p:sp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C51FD3CE-5C27-7243-AD5A-773BCBB5A9DD}"/>
              </a:ext>
            </a:extLst>
          </p:cNvPr>
          <p:cNvGrpSpPr/>
          <p:nvPr/>
        </p:nvGrpSpPr>
        <p:grpSpPr>
          <a:xfrm>
            <a:off x="7733172" y="4302779"/>
            <a:ext cx="2491906" cy="1050170"/>
            <a:chOff x="638800" y="4508177"/>
            <a:chExt cx="2491906" cy="1050170"/>
          </a:xfrm>
        </p:grpSpPr>
        <p:pic>
          <p:nvPicPr>
            <p:cNvPr id="289" name="Picture 288">
              <a:extLst>
                <a:ext uri="{FF2B5EF4-FFF2-40B4-BE49-F238E27FC236}">
                  <a16:creationId xmlns:a16="http://schemas.microsoft.com/office/drawing/2014/main" id="{D24A3532-9A63-CBC7-A731-ECE26A513E42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grayscl/>
            </a:blip>
            <a:stretch>
              <a:fillRect/>
            </a:stretch>
          </p:blipFill>
          <p:spPr>
            <a:xfrm>
              <a:off x="638800" y="4520667"/>
              <a:ext cx="1404539" cy="661975"/>
            </a:xfrm>
            <a:prstGeom prst="rect">
              <a:avLst/>
            </a:prstGeom>
          </p:spPr>
        </p:pic>
        <p:pic>
          <p:nvPicPr>
            <p:cNvPr id="290" name="Picture 289">
              <a:extLst>
                <a:ext uri="{FF2B5EF4-FFF2-40B4-BE49-F238E27FC236}">
                  <a16:creationId xmlns:a16="http://schemas.microsoft.com/office/drawing/2014/main" id="{4A459C62-90B1-C66C-38DA-A48816A7A44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prstClr val="black"/>
                <a:srgbClr val="D9C3A5">
                  <a:tint val="50000"/>
                  <a:satMod val="180000"/>
                </a:srgbClr>
              </a:duotone>
            </a:blip>
            <a:stretch>
              <a:fillRect/>
            </a:stretch>
          </p:blipFill>
          <p:spPr>
            <a:xfrm rot="1080918">
              <a:off x="1357869" y="5082600"/>
              <a:ext cx="475749" cy="475747"/>
            </a:xfrm>
            <a:prstGeom prst="rect">
              <a:avLst/>
            </a:prstGeom>
          </p:spPr>
        </p:pic>
        <p:pic>
          <p:nvPicPr>
            <p:cNvPr id="291" name="Picture 290">
              <a:extLst>
                <a:ext uri="{FF2B5EF4-FFF2-40B4-BE49-F238E27FC236}">
                  <a16:creationId xmlns:a16="http://schemas.microsoft.com/office/drawing/2014/main" id="{16B5E1B3-C9AE-702E-640A-E390D50520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grayscl/>
            </a:blip>
            <a:stretch>
              <a:fillRect/>
            </a:stretch>
          </p:blipFill>
          <p:spPr>
            <a:xfrm>
              <a:off x="2083495" y="4508177"/>
              <a:ext cx="1047211" cy="951769"/>
            </a:xfrm>
            <a:prstGeom prst="rect">
              <a:avLst/>
            </a:prstGeom>
          </p:spPr>
        </p:pic>
      </p:grp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EEADE98-CBF3-3F8D-CC55-667968134F65}"/>
              </a:ext>
            </a:extLst>
          </p:cNvPr>
          <p:cNvSpPr/>
          <p:nvPr/>
        </p:nvSpPr>
        <p:spPr>
          <a:xfrm>
            <a:off x="1941052" y="2783181"/>
            <a:ext cx="2675527" cy="13843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9C13B17-E75A-605D-A1C8-3AD44F1741A2}"/>
              </a:ext>
            </a:extLst>
          </p:cNvPr>
          <p:cNvSpPr/>
          <p:nvPr/>
        </p:nvSpPr>
        <p:spPr>
          <a:xfrm>
            <a:off x="2007959" y="3006205"/>
            <a:ext cx="2675527" cy="138439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ECF4575-CA24-5673-CABE-420AD53823F4}"/>
              </a:ext>
            </a:extLst>
          </p:cNvPr>
          <p:cNvSpPr/>
          <p:nvPr/>
        </p:nvSpPr>
        <p:spPr>
          <a:xfrm>
            <a:off x="1851842" y="3229230"/>
            <a:ext cx="2675527" cy="138439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A5DCDDF5-5372-D2FB-7320-5ED72A9329EC}"/>
              </a:ext>
            </a:extLst>
          </p:cNvPr>
          <p:cNvSpPr/>
          <p:nvPr/>
        </p:nvSpPr>
        <p:spPr>
          <a:xfrm>
            <a:off x="8007315" y="2794332"/>
            <a:ext cx="2675527" cy="13843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146ACD18-D81C-E758-E45A-568F5E329863}"/>
              </a:ext>
            </a:extLst>
          </p:cNvPr>
          <p:cNvSpPr/>
          <p:nvPr/>
        </p:nvSpPr>
        <p:spPr>
          <a:xfrm>
            <a:off x="8074222" y="3017356"/>
            <a:ext cx="2675527" cy="138439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2C14DBD6-6ED0-2755-1C00-3CFDC7DC44F9}"/>
              </a:ext>
            </a:extLst>
          </p:cNvPr>
          <p:cNvSpPr/>
          <p:nvPr/>
        </p:nvSpPr>
        <p:spPr>
          <a:xfrm>
            <a:off x="7918105" y="3240381"/>
            <a:ext cx="2675527" cy="138439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08C82B7-BF6B-52B2-A2F3-728543431F53}"/>
              </a:ext>
            </a:extLst>
          </p:cNvPr>
          <p:cNvSpPr/>
          <p:nvPr/>
        </p:nvSpPr>
        <p:spPr>
          <a:xfrm>
            <a:off x="4996486" y="2794332"/>
            <a:ext cx="2675527" cy="13843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02324B2-D85F-4C02-59F1-2787B52E934F}"/>
              </a:ext>
            </a:extLst>
          </p:cNvPr>
          <p:cNvSpPr/>
          <p:nvPr/>
        </p:nvSpPr>
        <p:spPr>
          <a:xfrm>
            <a:off x="5063393" y="3017356"/>
            <a:ext cx="2675527" cy="138439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BA21BC71-777A-1985-E68F-3E0BB7474DA3}"/>
              </a:ext>
            </a:extLst>
          </p:cNvPr>
          <p:cNvSpPr/>
          <p:nvPr/>
        </p:nvSpPr>
        <p:spPr>
          <a:xfrm>
            <a:off x="4907276" y="3240381"/>
            <a:ext cx="2675527" cy="138439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D3AE88C0-0F62-F04F-EFF9-E41C4F2F84C9}"/>
              </a:ext>
            </a:extLst>
          </p:cNvPr>
          <p:cNvSpPr/>
          <p:nvPr/>
        </p:nvSpPr>
        <p:spPr>
          <a:xfrm>
            <a:off x="1941052" y="5649044"/>
            <a:ext cx="2675527" cy="13843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8C3C4055-4716-A93A-A924-BD4E4C479F8F}"/>
              </a:ext>
            </a:extLst>
          </p:cNvPr>
          <p:cNvSpPr/>
          <p:nvPr/>
        </p:nvSpPr>
        <p:spPr>
          <a:xfrm>
            <a:off x="2007959" y="5872068"/>
            <a:ext cx="2675527" cy="138439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3A30D51F-9908-60C7-587A-378E7ECA4564}"/>
              </a:ext>
            </a:extLst>
          </p:cNvPr>
          <p:cNvSpPr/>
          <p:nvPr/>
        </p:nvSpPr>
        <p:spPr>
          <a:xfrm>
            <a:off x="1851842" y="6095093"/>
            <a:ext cx="2675527" cy="138439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3EA24992-8C8F-A4B5-2ACB-43EFADC475A3}"/>
              </a:ext>
            </a:extLst>
          </p:cNvPr>
          <p:cNvSpPr/>
          <p:nvPr/>
        </p:nvSpPr>
        <p:spPr>
          <a:xfrm>
            <a:off x="8007315" y="5660195"/>
            <a:ext cx="2675527" cy="13843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DE6ABC2C-418C-F9E5-46B2-719BEF0DA682}"/>
              </a:ext>
            </a:extLst>
          </p:cNvPr>
          <p:cNvSpPr/>
          <p:nvPr/>
        </p:nvSpPr>
        <p:spPr>
          <a:xfrm>
            <a:off x="8074222" y="5883219"/>
            <a:ext cx="2675527" cy="138439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751A4C4E-FBD0-D2D5-9B7A-954ED8D454D5}"/>
              </a:ext>
            </a:extLst>
          </p:cNvPr>
          <p:cNvSpPr/>
          <p:nvPr/>
        </p:nvSpPr>
        <p:spPr>
          <a:xfrm>
            <a:off x="7918105" y="6106244"/>
            <a:ext cx="2675527" cy="138439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D7A91B53-7174-447A-8774-7913F139B520}"/>
              </a:ext>
            </a:extLst>
          </p:cNvPr>
          <p:cNvSpPr/>
          <p:nvPr/>
        </p:nvSpPr>
        <p:spPr>
          <a:xfrm>
            <a:off x="4996486" y="5660195"/>
            <a:ext cx="2675527" cy="13843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1AE4EAE1-C7CA-1C42-067B-FB0328E2ED77}"/>
              </a:ext>
            </a:extLst>
          </p:cNvPr>
          <p:cNvSpPr/>
          <p:nvPr/>
        </p:nvSpPr>
        <p:spPr>
          <a:xfrm>
            <a:off x="5063393" y="5883219"/>
            <a:ext cx="2675527" cy="138439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631A1340-05FD-6C5A-3543-AC3F0E524DD4}"/>
              </a:ext>
            </a:extLst>
          </p:cNvPr>
          <p:cNvSpPr/>
          <p:nvPr/>
        </p:nvSpPr>
        <p:spPr>
          <a:xfrm>
            <a:off x="4907276" y="6106244"/>
            <a:ext cx="2675527" cy="138439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7403529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069137FB-5AF6-B182-34A8-1E9B3C640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8790" y="2558087"/>
            <a:ext cx="2354418" cy="1741825"/>
          </a:xfrm>
          <a:prstGeom prst="rect">
            <a:avLst/>
          </a:prstGeom>
          <a:effectLst>
            <a:outerShdw blurRad="374425" dist="50800" dir="5400000" algn="ctr" rotWithShape="0">
              <a:schemeClr val="bg1">
                <a:lumMod val="75000"/>
                <a:alpha val="50000"/>
              </a:scheme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200B73-ECE8-5947-67C2-4F11C258C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128" y="4114800"/>
            <a:ext cx="4042908" cy="2366307"/>
          </a:xfrm>
          <a:prstGeom prst="rect">
            <a:avLst/>
          </a:prstGeom>
          <a:effectLst>
            <a:outerShdw blurRad="374425" dist="50800" dir="5400000" algn="ctr" rotWithShape="0">
              <a:schemeClr val="bg1">
                <a:lumMod val="75000"/>
                <a:alpha val="50000"/>
              </a:scheme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F8F460-D272-8777-DAA0-B2D3E64BB9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9679" y="860548"/>
            <a:ext cx="3886200" cy="1474763"/>
          </a:xfrm>
          <a:prstGeom prst="rect">
            <a:avLst/>
          </a:prstGeom>
          <a:effectLst>
            <a:outerShdw blurRad="374425" dist="50800" dir="5400000" algn="ctr" rotWithShape="0">
              <a:schemeClr val="bg1">
                <a:lumMod val="75000"/>
                <a:alpha val="50000"/>
              </a:scheme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DE569EF-CDEF-10D0-3140-F78D217764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7191" y="4739282"/>
            <a:ext cx="2429736" cy="1741825"/>
          </a:xfrm>
          <a:prstGeom prst="rect">
            <a:avLst/>
          </a:prstGeom>
          <a:effectLst>
            <a:outerShdw blurRad="374425" dist="50800" dir="5400000" algn="ctr" rotWithShape="0">
              <a:schemeClr val="bg1">
                <a:lumMod val="75000"/>
                <a:alpha val="50000"/>
              </a:scheme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D59FDFB-429B-53A3-14BC-D9DAEBAFD7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0343" y="798504"/>
            <a:ext cx="2735921" cy="1961323"/>
          </a:xfrm>
          <a:prstGeom prst="rect">
            <a:avLst/>
          </a:prstGeom>
          <a:effectLst>
            <a:outerShdw blurRad="374425" dist="50800" dir="5400000" algn="ctr" rotWithShape="0">
              <a:schemeClr val="bg1">
                <a:lumMod val="75000"/>
                <a:alpha val="50000"/>
              </a:scheme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1721E5-8A45-779D-3A4A-0A62443D40C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4565" y="1113502"/>
            <a:ext cx="2833024" cy="1961324"/>
          </a:xfrm>
          <a:prstGeom prst="rect">
            <a:avLst/>
          </a:prstGeom>
          <a:effectLst>
            <a:outerShdw blurRad="374425" dist="50800" dir="5400000" algn="ctr" rotWithShape="0">
              <a:schemeClr val="bg1">
                <a:lumMod val="75000"/>
                <a:alpha val="50000"/>
              </a:scheme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CFDA39-7734-767D-7785-814E9FCF9A8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787" y="2462960"/>
            <a:ext cx="5459138" cy="1961324"/>
          </a:xfrm>
          <a:prstGeom prst="rect">
            <a:avLst/>
          </a:prstGeom>
          <a:effectLst>
            <a:outerShdw blurRad="374425" dist="50800" dir="5400000" algn="ctr" rotWithShape="0">
              <a:schemeClr val="bg1">
                <a:lumMod val="75000"/>
                <a:alpha val="50000"/>
              </a:schemeClr>
            </a:outerShdw>
          </a:effec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2319964-523E-75C3-5234-E9ED734C7C02}"/>
              </a:ext>
            </a:extLst>
          </p:cNvPr>
          <p:cNvSpPr/>
          <p:nvPr/>
        </p:nvSpPr>
        <p:spPr>
          <a:xfrm>
            <a:off x="2172394" y="829526"/>
            <a:ext cx="415636" cy="959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8EDAA4C-B3AF-7B04-44AE-BD73E0E47DB9}"/>
              </a:ext>
            </a:extLst>
          </p:cNvPr>
          <p:cNvSpPr/>
          <p:nvPr/>
        </p:nvSpPr>
        <p:spPr>
          <a:xfrm>
            <a:off x="2324794" y="981926"/>
            <a:ext cx="789708" cy="348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1CB04EC-A056-AD3C-9EB3-215EBC9F16FF}"/>
              </a:ext>
            </a:extLst>
          </p:cNvPr>
          <p:cNvSpPr/>
          <p:nvPr/>
        </p:nvSpPr>
        <p:spPr>
          <a:xfrm>
            <a:off x="1382685" y="2503155"/>
            <a:ext cx="4186841" cy="1763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C7C1527-C90D-A7E9-D87C-FA6F31CE7379}"/>
              </a:ext>
            </a:extLst>
          </p:cNvPr>
          <p:cNvSpPr/>
          <p:nvPr/>
        </p:nvSpPr>
        <p:spPr>
          <a:xfrm>
            <a:off x="6384175" y="1286842"/>
            <a:ext cx="897774" cy="2759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5A994A1-7150-A7CE-E5C9-3A9F3B2B9577}"/>
              </a:ext>
            </a:extLst>
          </p:cNvPr>
          <p:cNvSpPr/>
          <p:nvPr/>
        </p:nvSpPr>
        <p:spPr>
          <a:xfrm>
            <a:off x="4150240" y="4739282"/>
            <a:ext cx="770895" cy="1153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7A3B9FA-0B55-38A4-5B9B-293958F43445}"/>
              </a:ext>
            </a:extLst>
          </p:cNvPr>
          <p:cNvSpPr/>
          <p:nvPr/>
        </p:nvSpPr>
        <p:spPr>
          <a:xfrm>
            <a:off x="4860758" y="4909767"/>
            <a:ext cx="484327" cy="3263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A7FF194-31C4-3448-6C0A-FE7D09D1139A}"/>
              </a:ext>
            </a:extLst>
          </p:cNvPr>
          <p:cNvSpPr/>
          <p:nvPr/>
        </p:nvSpPr>
        <p:spPr>
          <a:xfrm>
            <a:off x="8242977" y="877505"/>
            <a:ext cx="3018680" cy="3263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AD10087-9D7B-2F59-D868-01892C24A22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artisticBlur radius="17"/>
                    </a14:imgEffect>
                  </a14:imgLayer>
                </a14:imgProps>
              </a:ext>
            </a:extLst>
          </a:blip>
          <a:srcRect t="18568" r="77929" b="14064"/>
          <a:stretch>
            <a:fillRect/>
          </a:stretch>
        </p:blipFill>
        <p:spPr>
          <a:xfrm>
            <a:off x="6335603" y="4529757"/>
            <a:ext cx="892299" cy="1594141"/>
          </a:xfrm>
          <a:prstGeom prst="rect">
            <a:avLst/>
          </a:prstGeom>
          <a:effectLst>
            <a:outerShdw dist="50800" dir="5400000" algn="ctr" rotWithShape="0">
              <a:schemeClr val="bg1">
                <a:alpha val="5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67010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88CF802-795A-1AF5-3707-27D6D3A5A1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rcRect l="2879" t="3369" r="2447" b="4982"/>
          <a:stretch>
            <a:fillRect/>
          </a:stretch>
        </p:blipFill>
        <p:spPr>
          <a:xfrm>
            <a:off x="2319688" y="286351"/>
            <a:ext cx="7064943" cy="628529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15C2004-7692-80E2-5078-D828821FB958}"/>
              </a:ext>
            </a:extLst>
          </p:cNvPr>
          <p:cNvSpPr/>
          <p:nvPr/>
        </p:nvSpPr>
        <p:spPr>
          <a:xfrm>
            <a:off x="2021305" y="173255"/>
            <a:ext cx="616017" cy="3465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091F41-439F-401E-6C6D-937EB0308EB4}"/>
              </a:ext>
            </a:extLst>
          </p:cNvPr>
          <p:cNvSpPr/>
          <p:nvPr/>
        </p:nvSpPr>
        <p:spPr>
          <a:xfrm>
            <a:off x="6620576" y="228599"/>
            <a:ext cx="3351197" cy="47404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EFA694-CFBB-1D17-64AC-503A3BE9FBD5}"/>
              </a:ext>
            </a:extLst>
          </p:cNvPr>
          <p:cNvSpPr/>
          <p:nvPr/>
        </p:nvSpPr>
        <p:spPr>
          <a:xfrm rot="16200000">
            <a:off x="7709032" y="4593855"/>
            <a:ext cx="3351197" cy="8305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FF9D38-993E-EDF9-6C45-F245F9C00139}"/>
              </a:ext>
            </a:extLst>
          </p:cNvPr>
          <p:cNvSpPr/>
          <p:nvPr/>
        </p:nvSpPr>
        <p:spPr>
          <a:xfrm rot="16200000">
            <a:off x="1959343" y="6156357"/>
            <a:ext cx="525378" cy="8305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002314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79720C-B5DB-12D3-B186-FB1B3CFB3E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0" t="2961" r="2117" b="2380"/>
          <a:stretch>
            <a:fillRect/>
          </a:stretch>
        </p:blipFill>
        <p:spPr>
          <a:xfrm rot="21443442">
            <a:off x="3320716" y="1174282"/>
            <a:ext cx="5505650" cy="4677878"/>
          </a:xfrm>
          <a:prstGeom prst="rect">
            <a:avLst/>
          </a:prstGeom>
          <a:scene3d>
            <a:camera prst="orthographicFront">
              <a:rot lat="0" lon="0" rev="2154000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1104565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479</TotalTime>
  <Words>11</Words>
  <Application>Microsoft Macintosh PowerPoint</Application>
  <PresentationFormat>Widescreen</PresentationFormat>
  <Paragraphs>11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Hiragino Sans GB W3</vt:lpstr>
      <vt:lpstr>Aptos</vt:lpstr>
      <vt:lpstr>Aptos Display</vt:lpstr>
      <vt:lpstr>Arial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 Shin Liou</dc:creator>
  <cp:lastModifiedBy>Yu Shin Liou</cp:lastModifiedBy>
  <cp:revision>1</cp:revision>
  <dcterms:created xsi:type="dcterms:W3CDTF">2025-12-15T14:34:21Z</dcterms:created>
  <dcterms:modified xsi:type="dcterms:W3CDTF">2025-12-15T22:33:29Z</dcterms:modified>
</cp:coreProperties>
</file>